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7772400" cy="100584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51524D-5605-EBFB-831F-C059F9D441F8}" v="1" dt="2026-01-18T19:36:56.424"/>
    <p1510:client id="{9740A3CA-6E86-6F75-FF8C-BDCBB0FA8147}" v="41" dt="2026-01-18T17:43:53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du Mihai Dobra" userId="S::dobra.mu.radu@student.utcluj.ro::175a7176-7027-4563-948b-3df7424bf7ab" providerId="AD" clId="Web-{9740A3CA-6E86-6F75-FF8C-BDCBB0FA8147}"/>
    <pc:docChg chg="mod modSld addMainMaster delMainMaster">
      <pc:chgData name="Radu Mihai Dobra" userId="S::dobra.mu.radu@student.utcluj.ro::175a7176-7027-4563-948b-3df7424bf7ab" providerId="AD" clId="Web-{9740A3CA-6E86-6F75-FF8C-BDCBB0FA8147}" dt="2026-01-18T17:43:53.765" v="40"/>
      <pc:docMkLst>
        <pc:docMk/>
      </pc:docMkLst>
      <pc:sldChg chg="modSp mod modClrScheme chgLayout">
        <pc:chgData name="Radu Mihai Dobra" userId="S::dobra.mu.radu@student.utcluj.ro::175a7176-7027-4563-948b-3df7424bf7ab" providerId="AD" clId="Web-{9740A3CA-6E86-6F75-FF8C-BDCBB0FA8147}" dt="2026-01-18T17:43:53.765" v="40"/>
        <pc:sldMkLst>
          <pc:docMk/>
          <pc:sldMk cId="0" sldId="256"/>
        </pc:sldMkLst>
        <pc:spChg chg="mod">
          <ac:chgData name="Radu Mihai Dobra" userId="S::dobra.mu.radu@student.utcluj.ro::175a7176-7027-4563-948b-3df7424bf7ab" providerId="AD" clId="Web-{9740A3CA-6E86-6F75-FF8C-BDCBB0FA8147}" dt="2026-01-18T17:43:27.295" v="24" actId="20577"/>
          <ac:spMkLst>
            <pc:docMk/>
            <pc:sldMk cId="0" sldId="256"/>
            <ac:spMk id="82" creationId="{00000000-0000-0000-0000-000000000000}"/>
          </ac:spMkLst>
        </pc:spChg>
        <pc:spChg chg="mod">
          <ac:chgData name="Radu Mihai Dobra" userId="S::dobra.mu.radu@student.utcluj.ro::175a7176-7027-4563-948b-3df7424bf7ab" providerId="AD" clId="Web-{9740A3CA-6E86-6F75-FF8C-BDCBB0FA8147}" dt="2026-01-18T17:43:42.561" v="36" actId="20577"/>
          <ac:spMkLst>
            <pc:docMk/>
            <pc:sldMk cId="0" sldId="256"/>
            <ac:spMk id="83" creationId="{00000000-0000-0000-0000-000000000000}"/>
          </ac:spMkLst>
        </pc:spChg>
      </pc:sldChg>
      <pc:sldChg chg="delSp mod modClrScheme delDesignElem chgLayout">
        <pc:chgData name="Radu Mihai Dobra" userId="S::dobra.mu.radu@student.utcluj.ro::175a7176-7027-4563-948b-3df7424bf7ab" providerId="AD" clId="Web-{9740A3CA-6E86-6F75-FF8C-BDCBB0FA8147}" dt="2026-01-18T17:43:53.765" v="40"/>
        <pc:sldMkLst>
          <pc:docMk/>
          <pc:sldMk cId="0" sldId="257"/>
        </pc:sldMkLst>
        <pc:spChg chg="del">
          <ac:chgData name="Radu Mihai Dobra" userId="S::dobra.mu.radu@student.utcluj.ro::175a7176-7027-4563-948b-3df7424bf7ab" providerId="AD" clId="Web-{9740A3CA-6E86-6F75-FF8C-BDCBB0FA8147}" dt="2026-01-18T17:43:42.827" v="37"/>
          <ac:spMkLst>
            <pc:docMk/>
            <pc:sldMk cId="0" sldId="257"/>
            <ac:spMk id="99" creationId="{103AE710-7D3C-454B-82CF-49B0093E9892}"/>
          </ac:spMkLst>
        </pc:spChg>
        <pc:spChg chg="del">
          <ac:chgData name="Radu Mihai Dobra" userId="S::dobra.mu.radu@student.utcluj.ro::175a7176-7027-4563-948b-3df7424bf7ab" providerId="AD" clId="Web-{9740A3CA-6E86-6F75-FF8C-BDCBB0FA8147}" dt="2026-01-18T17:43:42.827" v="37"/>
          <ac:spMkLst>
            <pc:docMk/>
            <pc:sldMk cId="0" sldId="257"/>
            <ac:spMk id="101" creationId="{039CC2B4-028D-4241-812D-86DEFC665CEB}"/>
          </ac:spMkLst>
        </pc:spChg>
        <pc:grpChg chg="del">
          <ac:chgData name="Radu Mihai Dobra" userId="S::dobra.mu.radu@student.utcluj.ro::175a7176-7027-4563-948b-3df7424bf7ab" providerId="AD" clId="Web-{9740A3CA-6E86-6F75-FF8C-BDCBB0FA8147}" dt="2026-01-18T17:43:42.827" v="37"/>
          <ac:grpSpMkLst>
            <pc:docMk/>
            <pc:sldMk cId="0" sldId="257"/>
            <ac:grpSpMk id="91" creationId="{8C31F5DF-2645-48F7-83C4-2276342EEEAB}"/>
          </ac:grpSpMkLst>
        </pc:grpChg>
        <pc:grpChg chg="del">
          <ac:chgData name="Radu Mihai Dobra" userId="S::dobra.mu.radu@student.utcluj.ro::175a7176-7027-4563-948b-3df7424bf7ab" providerId="AD" clId="Web-{9740A3CA-6E86-6F75-FF8C-BDCBB0FA8147}" dt="2026-01-18T17:43:42.827" v="37"/>
          <ac:grpSpMkLst>
            <pc:docMk/>
            <pc:sldMk cId="0" sldId="257"/>
            <ac:grpSpMk id="103" creationId="{CA13242B-E02E-4DE0-859A-2A46B775FBD7}"/>
          </ac:grpSpMkLst>
        </pc:grpChg>
      </pc:sldChg>
      <pc:sldChg chg="delSp mod modClrScheme delDesignElem chgLayout">
        <pc:chgData name="Radu Mihai Dobra" userId="S::dobra.mu.radu@student.utcluj.ro::175a7176-7027-4563-948b-3df7424bf7ab" providerId="AD" clId="Web-{9740A3CA-6E86-6F75-FF8C-BDCBB0FA8147}" dt="2026-01-18T17:43:53.765" v="40"/>
        <pc:sldMkLst>
          <pc:docMk/>
          <pc:sldMk cId="0" sldId="258"/>
        </pc:sldMkLst>
        <pc:grpChg chg="del">
          <ac:chgData name="Radu Mihai Dobra" userId="S::dobra.mu.radu@student.utcluj.ro::175a7176-7027-4563-948b-3df7424bf7ab" providerId="AD" clId="Web-{9740A3CA-6E86-6F75-FF8C-BDCBB0FA8147}" dt="2026-01-18T17:43:42.827" v="37"/>
          <ac:grpSpMkLst>
            <pc:docMk/>
            <pc:sldMk cId="0" sldId="258"/>
            <ac:grpSpMk id="113" creationId="{8C31F5DF-2645-48F7-83C4-2276342EEEAB}"/>
          </ac:grpSpMkLst>
        </pc:grpChg>
      </pc:sldChg>
      <pc:sldChg chg="delSp mod modClrScheme delDesignElem chgLayout">
        <pc:chgData name="Radu Mihai Dobra" userId="S::dobra.mu.radu@student.utcluj.ro::175a7176-7027-4563-948b-3df7424bf7ab" providerId="AD" clId="Web-{9740A3CA-6E86-6F75-FF8C-BDCBB0FA8147}" dt="2026-01-18T17:43:53.765" v="40"/>
        <pc:sldMkLst>
          <pc:docMk/>
          <pc:sldMk cId="0" sldId="259"/>
        </pc:sldMkLst>
        <pc:spChg chg="del">
          <ac:chgData name="Radu Mihai Dobra" userId="S::dobra.mu.radu@student.utcluj.ro::175a7176-7027-4563-948b-3df7424bf7ab" providerId="AD" clId="Web-{9740A3CA-6E86-6F75-FF8C-BDCBB0FA8147}" dt="2026-01-18T17:43:42.827" v="37"/>
          <ac:spMkLst>
            <pc:docMk/>
            <pc:sldMk cId="0" sldId="259"/>
            <ac:spMk id="103" creationId="{103AE710-7D3C-454B-82CF-49B0093E9892}"/>
          </ac:spMkLst>
        </pc:spChg>
        <pc:spChg chg="del">
          <ac:chgData name="Radu Mihai Dobra" userId="S::dobra.mu.radu@student.utcluj.ro::175a7176-7027-4563-948b-3df7424bf7ab" providerId="AD" clId="Web-{9740A3CA-6E86-6F75-FF8C-BDCBB0FA8147}" dt="2026-01-18T17:43:42.827" v="37"/>
          <ac:spMkLst>
            <pc:docMk/>
            <pc:sldMk cId="0" sldId="259"/>
            <ac:spMk id="105" creationId="{039CC2B4-028D-4241-812D-86DEFC665CEB}"/>
          </ac:spMkLst>
        </pc:spChg>
        <pc:grpChg chg="del">
          <ac:chgData name="Radu Mihai Dobra" userId="S::dobra.mu.radu@student.utcluj.ro::175a7176-7027-4563-948b-3df7424bf7ab" providerId="AD" clId="Web-{9740A3CA-6E86-6F75-FF8C-BDCBB0FA8147}" dt="2026-01-18T17:43:42.827" v="37"/>
          <ac:grpSpMkLst>
            <pc:docMk/>
            <pc:sldMk cId="0" sldId="259"/>
            <ac:grpSpMk id="95" creationId="{8C31F5DF-2645-48F7-83C4-2276342EEEAB}"/>
          </ac:grpSpMkLst>
        </pc:grpChg>
        <pc:grpChg chg="del">
          <ac:chgData name="Radu Mihai Dobra" userId="S::dobra.mu.radu@student.utcluj.ro::175a7176-7027-4563-948b-3df7424bf7ab" providerId="AD" clId="Web-{9740A3CA-6E86-6F75-FF8C-BDCBB0FA8147}" dt="2026-01-18T17:43:42.827" v="37"/>
          <ac:grpSpMkLst>
            <pc:docMk/>
            <pc:sldMk cId="0" sldId="259"/>
            <ac:grpSpMk id="107" creationId="{CA13242B-E02E-4DE0-859A-2A46B775FBD7}"/>
          </ac:grpSpMkLst>
        </pc:grpChg>
      </pc:sldChg>
      <pc:sldChg chg="delSp mod modClrScheme delDesignElem chgLayout">
        <pc:chgData name="Radu Mihai Dobra" userId="S::dobra.mu.radu@student.utcluj.ro::175a7176-7027-4563-948b-3df7424bf7ab" providerId="AD" clId="Web-{9740A3CA-6E86-6F75-FF8C-BDCBB0FA8147}" dt="2026-01-18T17:43:53.765" v="40"/>
        <pc:sldMkLst>
          <pc:docMk/>
          <pc:sldMk cId="0" sldId="260"/>
        </pc:sldMkLst>
        <pc:grpChg chg="del">
          <ac:chgData name="Radu Mihai Dobra" userId="S::dobra.mu.radu@student.utcluj.ro::175a7176-7027-4563-948b-3df7424bf7ab" providerId="AD" clId="Web-{9740A3CA-6E86-6F75-FF8C-BDCBB0FA8147}" dt="2026-01-18T17:43:42.827" v="37"/>
          <ac:grpSpMkLst>
            <pc:docMk/>
            <pc:sldMk cId="0" sldId="260"/>
            <ac:grpSpMk id="97" creationId="{8C31F5DF-2645-48F7-83C4-2276342EEEAB}"/>
          </ac:grpSpMkLst>
        </pc:grpChg>
      </pc:sldChg>
      <pc:sldChg chg="delSp mod modClrScheme delDesignElem chgLayout">
        <pc:chgData name="Radu Mihai Dobra" userId="S::dobra.mu.radu@student.utcluj.ro::175a7176-7027-4563-948b-3df7424bf7ab" providerId="AD" clId="Web-{9740A3CA-6E86-6F75-FF8C-BDCBB0FA8147}" dt="2026-01-18T17:43:53.765" v="40"/>
        <pc:sldMkLst>
          <pc:docMk/>
          <pc:sldMk cId="0" sldId="261"/>
        </pc:sldMkLst>
        <pc:grpChg chg="del">
          <ac:chgData name="Radu Mihai Dobra" userId="S::dobra.mu.radu@student.utcluj.ro::175a7176-7027-4563-948b-3df7424bf7ab" providerId="AD" clId="Web-{9740A3CA-6E86-6F75-FF8C-BDCBB0FA8147}" dt="2026-01-18T17:43:42.827" v="37"/>
          <ac:grpSpMkLst>
            <pc:docMk/>
            <pc:sldMk cId="0" sldId="261"/>
            <ac:grpSpMk id="122" creationId="{260ACC13-B825-49F3-93DE-C8B8F2FA37A1}"/>
          </ac:grpSpMkLst>
        </pc:grpChg>
        <pc:grpChg chg="del">
          <ac:chgData name="Radu Mihai Dobra" userId="S::dobra.mu.radu@student.utcluj.ro::175a7176-7027-4563-948b-3df7424bf7ab" providerId="AD" clId="Web-{9740A3CA-6E86-6F75-FF8C-BDCBB0FA8147}" dt="2026-01-18T17:43:42.827" v="37"/>
          <ac:grpSpMkLst>
            <pc:docMk/>
            <pc:sldMk cId="0" sldId="261"/>
            <ac:grpSpMk id="130" creationId="{CE44BAAA-0355-4DE7-A0FE-B7F21F18A48F}"/>
          </ac:grpSpMkLst>
        </pc:grpChg>
      </pc:sldChg>
      <pc:sldChg chg="delSp mod modClrScheme delDesignElem chgLayout">
        <pc:chgData name="Radu Mihai Dobra" userId="S::dobra.mu.radu@student.utcluj.ro::175a7176-7027-4563-948b-3df7424bf7ab" providerId="AD" clId="Web-{9740A3CA-6E86-6F75-FF8C-BDCBB0FA8147}" dt="2026-01-18T17:43:53.765" v="40"/>
        <pc:sldMkLst>
          <pc:docMk/>
          <pc:sldMk cId="0" sldId="262"/>
        </pc:sldMkLst>
        <pc:spChg chg="del">
          <ac:chgData name="Radu Mihai Dobra" userId="S::dobra.mu.radu@student.utcluj.ro::175a7176-7027-4563-948b-3df7424bf7ab" providerId="AD" clId="Web-{9740A3CA-6E86-6F75-FF8C-BDCBB0FA8147}" dt="2026-01-18T17:43:42.827" v="37"/>
          <ac:spMkLst>
            <pc:docMk/>
            <pc:sldMk cId="0" sldId="262"/>
            <ac:spMk id="109" creationId="{103AE710-7D3C-454B-82CF-49B0093E9892}"/>
          </ac:spMkLst>
        </pc:spChg>
        <pc:spChg chg="del">
          <ac:chgData name="Radu Mihai Dobra" userId="S::dobra.mu.radu@student.utcluj.ro::175a7176-7027-4563-948b-3df7424bf7ab" providerId="AD" clId="Web-{9740A3CA-6E86-6F75-FF8C-BDCBB0FA8147}" dt="2026-01-18T17:43:42.827" v="37"/>
          <ac:spMkLst>
            <pc:docMk/>
            <pc:sldMk cId="0" sldId="262"/>
            <ac:spMk id="111" creationId="{039CC2B4-028D-4241-812D-86DEFC665CEB}"/>
          </ac:spMkLst>
        </pc:spChg>
        <pc:grpChg chg="del">
          <ac:chgData name="Radu Mihai Dobra" userId="S::dobra.mu.radu@student.utcluj.ro::175a7176-7027-4563-948b-3df7424bf7ab" providerId="AD" clId="Web-{9740A3CA-6E86-6F75-FF8C-BDCBB0FA8147}" dt="2026-01-18T17:43:42.827" v="37"/>
          <ac:grpSpMkLst>
            <pc:docMk/>
            <pc:sldMk cId="0" sldId="262"/>
            <ac:grpSpMk id="101" creationId="{8C31F5DF-2645-48F7-83C4-2276342EEEAB}"/>
          </ac:grpSpMkLst>
        </pc:grpChg>
        <pc:grpChg chg="del">
          <ac:chgData name="Radu Mihai Dobra" userId="S::dobra.mu.radu@student.utcluj.ro::175a7176-7027-4563-948b-3df7424bf7ab" providerId="AD" clId="Web-{9740A3CA-6E86-6F75-FF8C-BDCBB0FA8147}" dt="2026-01-18T17:43:42.827" v="37"/>
          <ac:grpSpMkLst>
            <pc:docMk/>
            <pc:sldMk cId="0" sldId="262"/>
            <ac:grpSpMk id="113" creationId="{CA13242B-E02E-4DE0-859A-2A46B775FBD7}"/>
          </ac:grpSpMkLst>
        </pc:grpChg>
      </pc:sldChg>
      <pc:sldChg chg="delSp mod modClrScheme delDesignElem chgLayout">
        <pc:chgData name="Radu Mihai Dobra" userId="S::dobra.mu.radu@student.utcluj.ro::175a7176-7027-4563-948b-3df7424bf7ab" providerId="AD" clId="Web-{9740A3CA-6E86-6F75-FF8C-BDCBB0FA8147}" dt="2026-01-18T17:43:53.765" v="40"/>
        <pc:sldMkLst>
          <pc:docMk/>
          <pc:sldMk cId="0" sldId="263"/>
        </pc:sldMkLst>
        <pc:spChg chg="del">
          <ac:chgData name="Radu Mihai Dobra" userId="S::dobra.mu.radu@student.utcluj.ro::175a7176-7027-4563-948b-3df7424bf7ab" providerId="AD" clId="Web-{9740A3CA-6E86-6F75-FF8C-BDCBB0FA8147}" dt="2026-01-18T17:43:42.827" v="37"/>
          <ac:spMkLst>
            <pc:docMk/>
            <pc:sldMk cId="0" sldId="263"/>
            <ac:spMk id="111" creationId="{103AE710-7D3C-454B-82CF-49B0093E9892}"/>
          </ac:spMkLst>
        </pc:spChg>
        <pc:spChg chg="del">
          <ac:chgData name="Radu Mihai Dobra" userId="S::dobra.mu.radu@student.utcluj.ro::175a7176-7027-4563-948b-3df7424bf7ab" providerId="AD" clId="Web-{9740A3CA-6E86-6F75-FF8C-BDCBB0FA8147}" dt="2026-01-18T17:43:42.827" v="37"/>
          <ac:spMkLst>
            <pc:docMk/>
            <pc:sldMk cId="0" sldId="263"/>
            <ac:spMk id="113" creationId="{039CC2B4-028D-4241-812D-86DEFC665CEB}"/>
          </ac:spMkLst>
        </pc:spChg>
        <pc:grpChg chg="del">
          <ac:chgData name="Radu Mihai Dobra" userId="S::dobra.mu.radu@student.utcluj.ro::175a7176-7027-4563-948b-3df7424bf7ab" providerId="AD" clId="Web-{9740A3CA-6E86-6F75-FF8C-BDCBB0FA8147}" dt="2026-01-18T17:43:42.827" v="37"/>
          <ac:grpSpMkLst>
            <pc:docMk/>
            <pc:sldMk cId="0" sldId="263"/>
            <ac:grpSpMk id="103" creationId="{8C31F5DF-2645-48F7-83C4-2276342EEEAB}"/>
          </ac:grpSpMkLst>
        </pc:grpChg>
        <pc:grpChg chg="del">
          <ac:chgData name="Radu Mihai Dobra" userId="S::dobra.mu.radu@student.utcluj.ro::175a7176-7027-4563-948b-3df7424bf7ab" providerId="AD" clId="Web-{9740A3CA-6E86-6F75-FF8C-BDCBB0FA8147}" dt="2026-01-18T17:43:42.827" v="37"/>
          <ac:grpSpMkLst>
            <pc:docMk/>
            <pc:sldMk cId="0" sldId="263"/>
            <ac:grpSpMk id="115" creationId="{CA13242B-E02E-4DE0-859A-2A46B775FBD7}"/>
          </ac:grpSpMkLst>
        </pc:grpChg>
      </pc:sldChg>
      <pc:sldChg chg="mod modClrScheme chgLayout">
        <pc:chgData name="Radu Mihai Dobra" userId="S::dobra.mu.radu@student.utcluj.ro::175a7176-7027-4563-948b-3df7424bf7ab" providerId="AD" clId="Web-{9740A3CA-6E86-6F75-FF8C-BDCBB0FA8147}" dt="2026-01-18T17:43:53.765" v="40"/>
        <pc:sldMkLst>
          <pc:docMk/>
          <pc:sldMk cId="0" sldId="264"/>
        </pc:sldMkLst>
      </pc:sldChg>
      <pc:sldChg chg="mod modClrScheme chgLayout">
        <pc:chgData name="Radu Mihai Dobra" userId="S::dobra.mu.radu@student.utcluj.ro::175a7176-7027-4563-948b-3df7424bf7ab" providerId="AD" clId="Web-{9740A3CA-6E86-6F75-FF8C-BDCBB0FA8147}" dt="2026-01-18T17:43:53.765" v="40"/>
        <pc:sldMkLst>
          <pc:docMk/>
          <pc:sldMk cId="0" sldId="265"/>
        </pc:sldMkLst>
      </pc:sldChg>
      <pc:sldChg chg="mod modClrScheme chgLayout">
        <pc:chgData name="Radu Mihai Dobra" userId="S::dobra.mu.radu@student.utcluj.ro::175a7176-7027-4563-948b-3df7424bf7ab" providerId="AD" clId="Web-{9740A3CA-6E86-6F75-FF8C-BDCBB0FA8147}" dt="2026-01-18T17:43:53.765" v="40"/>
        <pc:sldMkLst>
          <pc:docMk/>
          <pc:sldMk cId="0" sldId="266"/>
        </pc:sldMkLst>
      </pc:sldChg>
      <pc:sldChg chg="mod modClrScheme chgLayout">
        <pc:chgData name="Radu Mihai Dobra" userId="S::dobra.mu.radu@student.utcluj.ro::175a7176-7027-4563-948b-3df7424bf7ab" providerId="AD" clId="Web-{9740A3CA-6E86-6F75-FF8C-BDCBB0FA8147}" dt="2026-01-18T17:43:53.765" v="40"/>
        <pc:sldMkLst>
          <pc:docMk/>
          <pc:sldMk cId="0" sldId="267"/>
        </pc:sldMkLst>
      </pc:sldChg>
      <pc:sldMasterChg chg="del delSldLayout">
        <pc:chgData name="Radu Mihai Dobra" userId="S::dobra.mu.radu@student.utcluj.ro::175a7176-7027-4563-948b-3df7424bf7ab" providerId="AD" clId="Web-{9740A3CA-6E86-6F75-FF8C-BDCBB0FA8147}" dt="2026-01-18T17:43:42.827" v="37"/>
        <pc:sldMasterMkLst>
          <pc:docMk/>
          <pc:sldMasterMk cId="1453340424" sldId="2147483693"/>
        </pc:sldMasterMkLst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1309914967" sldId="2147483694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1235328545" sldId="2147483695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4231477754" sldId="2147483696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358419077" sldId="2147483697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2159695578" sldId="2147483698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2514257683" sldId="2147483699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3365763390" sldId="2147483700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4268006997" sldId="2147483701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964263745" sldId="2147483702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1144368153" sldId="2147483703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1058052147" sldId="2147483704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4284259698" sldId="2147483705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1963937796" sldId="2147483706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1145303902" sldId="2147483707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3554379908" sldId="2147483708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1245457291" sldId="2147483709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2253613236" sldId="2147483710"/>
          </pc:sldLayoutMkLst>
        </pc:sldLayoutChg>
        <pc:sldLayoutChg chg="del">
          <pc:chgData name="Radu Mihai Dobra" userId="S::dobra.mu.radu@student.utcluj.ro::175a7176-7027-4563-948b-3df7424bf7ab" providerId="AD" clId="Web-{9740A3CA-6E86-6F75-FF8C-BDCBB0FA8147}" dt="2026-01-18T17:43:42.827" v="37"/>
          <pc:sldLayoutMkLst>
            <pc:docMk/>
            <pc:sldMasterMk cId="1453340424" sldId="2147483693"/>
            <pc:sldLayoutMk cId="2018425163" sldId="2147483711"/>
          </pc:sldLayoutMkLst>
        </pc:sldLayoutChg>
      </pc:sldMasterChg>
      <pc:sldMasterChg chg="add del addSldLayout delSldLayout modSldLayout">
        <pc:chgData name="Radu Mihai Dobra" userId="S::dobra.mu.radu@student.utcluj.ro::175a7176-7027-4563-948b-3df7424bf7ab" providerId="AD" clId="Web-{9740A3CA-6E86-6F75-FF8C-BDCBB0FA8147}" dt="2026-01-18T17:43:53.765" v="40"/>
        <pc:sldMasterMkLst>
          <pc:docMk/>
          <pc:sldMasterMk cId="912687982" sldId="2147483712"/>
        </pc:sldMasterMkLst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3079190350" sldId="2147483713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3341262458" sldId="2147483714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4039887682" sldId="2147483715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3332717423" sldId="2147483716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1160655000" sldId="2147483717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2217254366" sldId="2147483718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1831046232" sldId="2147483719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1044212034" sldId="2147483720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2745260079" sldId="2147483721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1594271655" sldId="2147483722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3856679879" sldId="2147483723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2159385340" sldId="2147483724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2594256040" sldId="2147483725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1558088283" sldId="2147483726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2462558912" sldId="2147483727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2570760197" sldId="2147483728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4082141654" sldId="2147483729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912687982" sldId="2147483712"/>
            <pc:sldLayoutMk cId="3517672642" sldId="2147483730"/>
          </pc:sldLayoutMkLst>
        </pc:sldLayoutChg>
      </pc:sldMasterChg>
      <pc:sldMasterChg chg="add addSldLayout modSldLayout">
        <pc:chgData name="Radu Mihai Dobra" userId="S::dobra.mu.radu@student.utcluj.ro::175a7176-7027-4563-948b-3df7424bf7ab" providerId="AD" clId="Web-{9740A3CA-6E86-6F75-FF8C-BDCBB0FA8147}" dt="2026-01-18T17:43:53.765" v="40"/>
        <pc:sldMasterMkLst>
          <pc:docMk/>
          <pc:sldMasterMk cId="68686083" sldId="2147483731"/>
        </pc:sldMasterMkLst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3692088821" sldId="2147483732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1705113701" sldId="2147483733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1890664901" sldId="2147483734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693517582" sldId="2147483735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1899301015" sldId="2147483736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1315757296" sldId="2147483737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1760715201" sldId="2147483738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2889991248" sldId="2147483739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1679835035" sldId="2147483740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3205822477" sldId="2147483741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2873759395" sldId="2147483742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4047011349" sldId="2147483743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1626196789" sldId="2147483744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3090142528" sldId="2147483745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647397051" sldId="2147483746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298214747" sldId="2147483747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2605007769" sldId="2147483748"/>
          </pc:sldLayoutMkLst>
        </pc:sldLayoutChg>
        <pc:sldLayoutChg chg="add mod replId">
          <pc:chgData name="Radu Mihai Dobra" userId="S::dobra.mu.radu@student.utcluj.ro::175a7176-7027-4563-948b-3df7424bf7ab" providerId="AD" clId="Web-{9740A3CA-6E86-6F75-FF8C-BDCBB0FA8147}" dt="2026-01-18T17:43:53.765" v="40"/>
          <pc:sldLayoutMkLst>
            <pc:docMk/>
            <pc:sldMasterMk cId="68686083" sldId="2147483731"/>
            <pc:sldLayoutMk cId="772612849" sldId="2147483749"/>
          </pc:sldLayoutMkLst>
        </pc:sldLayoutChg>
      </pc:sldMasterChg>
      <pc:sldMasterChg chg="add del addSldLayout delSldLayout modSldLayout">
        <pc:chgData name="Radu Mihai Dobra" userId="S::dobra.mu.radu@student.utcluj.ro::175a7176-7027-4563-948b-3df7424bf7ab" providerId="AD" clId="Web-{9740A3CA-6E86-6F75-FF8C-BDCBB0FA8147}" dt="2026-01-18T17:43:48.014" v="39"/>
        <pc:sldMasterMkLst>
          <pc:docMk/>
          <pc:sldMasterMk cId="230444083" sldId="2147483731"/>
        </pc:sldMasterMkLst>
        <pc:sldLayoutChg chg="add del mod replId">
          <pc:chgData name="Radu Mihai Dobra" userId="S::dobra.mu.radu@student.utcluj.ro::175a7176-7027-4563-948b-3df7424bf7ab" providerId="AD" clId="Web-{9740A3CA-6E86-6F75-FF8C-BDCBB0FA8147}" dt="2026-01-18T17:43:48.014" v="39"/>
          <pc:sldLayoutMkLst>
            <pc:docMk/>
            <pc:sldMasterMk cId="230444083" sldId="2147483731"/>
            <pc:sldLayoutMk cId="180613515" sldId="2147483732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48.014" v="39"/>
          <pc:sldLayoutMkLst>
            <pc:docMk/>
            <pc:sldMasterMk cId="230444083" sldId="2147483731"/>
            <pc:sldLayoutMk cId="1441795322" sldId="2147483733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48.014" v="39"/>
          <pc:sldLayoutMkLst>
            <pc:docMk/>
            <pc:sldMasterMk cId="230444083" sldId="2147483731"/>
            <pc:sldLayoutMk cId="2895275070" sldId="2147483734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48.014" v="39"/>
          <pc:sldLayoutMkLst>
            <pc:docMk/>
            <pc:sldMasterMk cId="230444083" sldId="2147483731"/>
            <pc:sldLayoutMk cId="4136645459" sldId="2147483735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48.014" v="39"/>
          <pc:sldLayoutMkLst>
            <pc:docMk/>
            <pc:sldMasterMk cId="230444083" sldId="2147483731"/>
            <pc:sldLayoutMk cId="1240679878" sldId="2147483736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48.014" v="39"/>
          <pc:sldLayoutMkLst>
            <pc:docMk/>
            <pc:sldMasterMk cId="230444083" sldId="2147483731"/>
            <pc:sldLayoutMk cId="1470183572" sldId="2147483737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48.014" v="39"/>
          <pc:sldLayoutMkLst>
            <pc:docMk/>
            <pc:sldMasterMk cId="230444083" sldId="2147483731"/>
            <pc:sldLayoutMk cId="2241238532" sldId="2147483738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48.014" v="39"/>
          <pc:sldLayoutMkLst>
            <pc:docMk/>
            <pc:sldMasterMk cId="230444083" sldId="2147483731"/>
            <pc:sldLayoutMk cId="3132243993" sldId="2147483739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48.014" v="39"/>
          <pc:sldLayoutMkLst>
            <pc:docMk/>
            <pc:sldMasterMk cId="230444083" sldId="2147483731"/>
            <pc:sldLayoutMk cId="3436031697" sldId="2147483740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48.014" v="39"/>
          <pc:sldLayoutMkLst>
            <pc:docMk/>
            <pc:sldMasterMk cId="230444083" sldId="2147483731"/>
            <pc:sldLayoutMk cId="1643514297" sldId="2147483741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48.014" v="39"/>
          <pc:sldLayoutMkLst>
            <pc:docMk/>
            <pc:sldMasterMk cId="230444083" sldId="2147483731"/>
            <pc:sldLayoutMk cId="734471859" sldId="2147483742"/>
          </pc:sldLayoutMkLst>
        </pc:sldLayoutChg>
        <pc:sldLayoutChg chg="add del mod replId">
          <pc:chgData name="Radu Mihai Dobra" userId="S::dobra.mu.radu@student.utcluj.ro::175a7176-7027-4563-948b-3df7424bf7ab" providerId="AD" clId="Web-{9740A3CA-6E86-6F75-FF8C-BDCBB0FA8147}" dt="2026-01-18T17:43:48.014" v="39"/>
          <pc:sldLayoutMkLst>
            <pc:docMk/>
            <pc:sldMasterMk cId="230444083" sldId="2147483731"/>
            <pc:sldLayoutMk cId="1855612723" sldId="2147483743"/>
          </pc:sldLayoutMkLst>
        </pc:sldLayoutChg>
      </pc:sldMasterChg>
    </pc:docChg>
  </pc:docChgLst>
  <pc:docChgLst>
    <pc:chgData name="Radu Mihai Dobra" userId="S::dobra.mu.radu@student.utcluj.ro::175a7176-7027-4563-948b-3df7424bf7ab" providerId="AD" clId="Web-{2251524D-5605-EBFB-831F-C059F9D441F8}"/>
    <pc:docChg chg="modSld">
      <pc:chgData name="Radu Mihai Dobra" userId="S::dobra.mu.radu@student.utcluj.ro::175a7176-7027-4563-948b-3df7424bf7ab" providerId="AD" clId="Web-{2251524D-5605-EBFB-831F-C059F9D441F8}" dt="2026-01-18T19:36:56.424" v="0" actId="20577"/>
      <pc:docMkLst>
        <pc:docMk/>
      </pc:docMkLst>
      <pc:sldChg chg="modSp">
        <pc:chgData name="Radu Mihai Dobra" userId="S::dobra.mu.radu@student.utcluj.ro::175a7176-7027-4563-948b-3df7424bf7ab" providerId="AD" clId="Web-{2251524D-5605-EBFB-831F-C059F9D441F8}" dt="2026-01-18T19:36:56.424" v="0" actId="20577"/>
        <pc:sldMkLst>
          <pc:docMk/>
          <pc:sldMk cId="0" sldId="267"/>
        </pc:sldMkLst>
        <pc:spChg chg="mod">
          <ac:chgData name="Radu Mihai Dobra" userId="S::dobra.mu.radu@student.utcluj.ro::175a7176-7027-4563-948b-3df7424bf7ab" providerId="AD" clId="Web-{2251524D-5605-EBFB-831F-C059F9D441F8}" dt="2026-01-18T19:36:56.424" v="0" actId="20577"/>
          <ac:spMkLst>
            <pc:docMk/>
            <pc:sldMk cId="0" sldId="267"/>
            <ac:spMk id="105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90DE8A-A4AF-42E3-83CD-08B40DB3E54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CE52B32-39BB-46BA-92E6-F5A1F106E32D}">
      <dgm:prSet/>
      <dgm:spPr/>
      <dgm:t>
        <a:bodyPr/>
        <a:lstStyle/>
        <a:p>
          <a:r>
            <a:rPr lang="ro-RO" b="0" noProof="1"/>
            <a:t>Acest proiect implementează un algoritm de rezolvare automată a jocurilor de tip Hangman.</a:t>
          </a:r>
          <a:endParaRPr lang="ro-RO" noProof="1"/>
        </a:p>
      </dgm:t>
    </dgm:pt>
    <dgm:pt modelId="{76B2D1EC-01F2-4536-93FA-53DCE95DBDA0}" type="parTrans" cxnId="{B10BAD6E-D034-467F-ABB9-A7648A98ABE7}">
      <dgm:prSet/>
      <dgm:spPr/>
      <dgm:t>
        <a:bodyPr/>
        <a:lstStyle/>
        <a:p>
          <a:endParaRPr lang="en-US"/>
        </a:p>
      </dgm:t>
    </dgm:pt>
    <dgm:pt modelId="{72073582-CB02-49B2-AF78-031971663FA9}" type="sibTrans" cxnId="{B10BAD6E-D034-467F-ABB9-A7648A98ABE7}">
      <dgm:prSet/>
      <dgm:spPr/>
      <dgm:t>
        <a:bodyPr/>
        <a:lstStyle/>
        <a:p>
          <a:endParaRPr lang="en-US"/>
        </a:p>
      </dgm:t>
    </dgm:pt>
    <dgm:pt modelId="{AB1789CC-CAF8-4B0C-BFF3-B9E2CF2720E6}">
      <dgm:prSet/>
      <dgm:spPr/>
      <dgm:t>
        <a:bodyPr/>
        <a:lstStyle/>
        <a:p>
          <a:r>
            <a:rPr lang="ro-RO" b="0" noProof="1"/>
            <a:t>Programul citește datele dintr-un fișier text și încearcă să descopere cuvântul ascuns, ghicind literele în funcție de frecvența lor în cuvintele candidate.</a:t>
          </a:r>
          <a:endParaRPr lang="ro-RO" noProof="1"/>
        </a:p>
      </dgm:t>
    </dgm:pt>
    <dgm:pt modelId="{FDF4D2FF-3BDB-47B6-8B34-0139D3B175BA}" type="parTrans" cxnId="{7EB36DC8-513C-4B62-BABA-5B80E54EF970}">
      <dgm:prSet/>
      <dgm:spPr/>
      <dgm:t>
        <a:bodyPr/>
        <a:lstStyle/>
        <a:p>
          <a:endParaRPr lang="en-US"/>
        </a:p>
      </dgm:t>
    </dgm:pt>
    <dgm:pt modelId="{B1E6A1B2-2325-4DB7-972A-3463C759048E}" type="sibTrans" cxnId="{7EB36DC8-513C-4B62-BABA-5B80E54EF970}">
      <dgm:prSet/>
      <dgm:spPr/>
      <dgm:t>
        <a:bodyPr/>
        <a:lstStyle/>
        <a:p>
          <a:endParaRPr lang="en-US"/>
        </a:p>
      </dgm:t>
    </dgm:pt>
    <dgm:pt modelId="{C00D3218-3F12-4D87-BC45-CE74F9C0C00E}" type="pres">
      <dgm:prSet presAssocID="{5C90DE8A-A4AF-42E3-83CD-08B40DB3E548}" presName="linear" presStyleCnt="0">
        <dgm:presLayoutVars>
          <dgm:animLvl val="lvl"/>
          <dgm:resizeHandles val="exact"/>
        </dgm:presLayoutVars>
      </dgm:prSet>
      <dgm:spPr/>
    </dgm:pt>
    <dgm:pt modelId="{DFAC0555-B486-4943-AE48-08FAE27F5F05}" type="pres">
      <dgm:prSet presAssocID="{ECE52B32-39BB-46BA-92E6-F5A1F106E32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931946D-3355-4596-84DF-A7A9423CEEA6}" type="pres">
      <dgm:prSet presAssocID="{72073582-CB02-49B2-AF78-031971663FA9}" presName="spacer" presStyleCnt="0"/>
      <dgm:spPr/>
    </dgm:pt>
    <dgm:pt modelId="{AFD1984A-7EEB-472B-9D18-8F8C3E8ED496}" type="pres">
      <dgm:prSet presAssocID="{AB1789CC-CAF8-4B0C-BFF3-B9E2CF2720E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693F82D-2471-4BF3-98A0-F9EF2F508B89}" type="presOf" srcId="{AB1789CC-CAF8-4B0C-BFF3-B9E2CF2720E6}" destId="{AFD1984A-7EEB-472B-9D18-8F8C3E8ED496}" srcOrd="0" destOrd="0" presId="urn:microsoft.com/office/officeart/2005/8/layout/vList2"/>
    <dgm:cxn modelId="{B10BAD6E-D034-467F-ABB9-A7648A98ABE7}" srcId="{5C90DE8A-A4AF-42E3-83CD-08B40DB3E548}" destId="{ECE52B32-39BB-46BA-92E6-F5A1F106E32D}" srcOrd="0" destOrd="0" parTransId="{76B2D1EC-01F2-4536-93FA-53DCE95DBDA0}" sibTransId="{72073582-CB02-49B2-AF78-031971663FA9}"/>
    <dgm:cxn modelId="{91171A77-1709-4DA4-9055-01ABF36D83D6}" type="presOf" srcId="{5C90DE8A-A4AF-42E3-83CD-08B40DB3E548}" destId="{C00D3218-3F12-4D87-BC45-CE74F9C0C00E}" srcOrd="0" destOrd="0" presId="urn:microsoft.com/office/officeart/2005/8/layout/vList2"/>
    <dgm:cxn modelId="{92A201A9-7369-400C-B62B-446FEA09D27B}" type="presOf" srcId="{ECE52B32-39BB-46BA-92E6-F5A1F106E32D}" destId="{DFAC0555-B486-4943-AE48-08FAE27F5F05}" srcOrd="0" destOrd="0" presId="urn:microsoft.com/office/officeart/2005/8/layout/vList2"/>
    <dgm:cxn modelId="{7EB36DC8-513C-4B62-BABA-5B80E54EF970}" srcId="{5C90DE8A-A4AF-42E3-83CD-08B40DB3E548}" destId="{AB1789CC-CAF8-4B0C-BFF3-B9E2CF2720E6}" srcOrd="1" destOrd="0" parTransId="{FDF4D2FF-3BDB-47B6-8B34-0139D3B175BA}" sibTransId="{B1E6A1B2-2325-4DB7-972A-3463C759048E}"/>
    <dgm:cxn modelId="{0AE47547-7BBE-4653-BF44-7B5E1C139D7E}" type="presParOf" srcId="{C00D3218-3F12-4D87-BC45-CE74F9C0C00E}" destId="{DFAC0555-B486-4943-AE48-08FAE27F5F05}" srcOrd="0" destOrd="0" presId="urn:microsoft.com/office/officeart/2005/8/layout/vList2"/>
    <dgm:cxn modelId="{B0F9A57B-3AD6-4E02-8E87-5B20A452B43F}" type="presParOf" srcId="{C00D3218-3F12-4D87-BC45-CE74F9C0C00E}" destId="{7931946D-3355-4596-84DF-A7A9423CEEA6}" srcOrd="1" destOrd="0" presId="urn:microsoft.com/office/officeart/2005/8/layout/vList2"/>
    <dgm:cxn modelId="{A3C5B34A-E868-43A2-8224-2995750E53E2}" type="presParOf" srcId="{C00D3218-3F12-4D87-BC45-CE74F9C0C00E}" destId="{AFD1984A-7EEB-472B-9D18-8F8C3E8ED49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508772-C300-477E-8363-E0D25C4DD542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4D12453-AA50-457A-973C-A9F7E1260CC7}">
      <dgm:prSet/>
      <dgm:spPr/>
      <dgm:t>
        <a:bodyPr/>
        <a:lstStyle/>
        <a:p>
          <a:r>
            <a:rPr lang="ro-RO" b="0" noProof="1"/>
            <a:t>Programul conține mai multe funcții:</a:t>
          </a:r>
          <a:endParaRPr lang="ro-RO" noProof="1"/>
        </a:p>
      </dgm:t>
    </dgm:pt>
    <dgm:pt modelId="{CEE2D3BB-4F49-4C75-A7D3-227B548B6948}" type="parTrans" cxnId="{1EC62549-ECCF-42BC-978B-C98A1A53811C}">
      <dgm:prSet/>
      <dgm:spPr/>
      <dgm:t>
        <a:bodyPr/>
        <a:lstStyle/>
        <a:p>
          <a:endParaRPr lang="en-US"/>
        </a:p>
      </dgm:t>
    </dgm:pt>
    <dgm:pt modelId="{869AE252-A9D2-40DE-B183-D5A5E435E09B}" type="sibTrans" cxnId="{1EC62549-ECCF-42BC-978B-C98A1A53811C}">
      <dgm:prSet/>
      <dgm:spPr/>
      <dgm:t>
        <a:bodyPr/>
        <a:lstStyle/>
        <a:p>
          <a:endParaRPr lang="en-US"/>
        </a:p>
      </dgm:t>
    </dgm:pt>
    <dgm:pt modelId="{12ADFF4A-45CA-43D2-AFF3-94B22A9127FA}">
      <dgm:prSet/>
      <dgm:spPr/>
      <dgm:t>
        <a:bodyPr/>
        <a:lstStyle/>
        <a:p>
          <a:r>
            <a:rPr lang="ro-RO" b="0" noProof="1"/>
            <a:t>• aceeasi_litera() – compară două litere fără diferențiere majusculă/minusculă</a:t>
          </a:r>
          <a:endParaRPr lang="ro-RO" noProof="1"/>
        </a:p>
      </dgm:t>
    </dgm:pt>
    <dgm:pt modelId="{41A62FE4-8A73-40ED-9427-7B1EFD33F01E}" type="parTrans" cxnId="{EC52B638-C6F7-41F0-8BFF-778C7674CF42}">
      <dgm:prSet/>
      <dgm:spPr/>
      <dgm:t>
        <a:bodyPr/>
        <a:lstStyle/>
        <a:p>
          <a:endParaRPr lang="en-US"/>
        </a:p>
      </dgm:t>
    </dgm:pt>
    <dgm:pt modelId="{AB4843C8-7319-4F0A-9F8A-A1D8545F1862}" type="sibTrans" cxnId="{EC52B638-C6F7-41F0-8BFF-778C7674CF42}">
      <dgm:prSet/>
      <dgm:spPr/>
      <dgm:t>
        <a:bodyPr/>
        <a:lstStyle/>
        <a:p>
          <a:endParaRPr lang="en-US"/>
        </a:p>
      </dgm:t>
    </dgm:pt>
    <dgm:pt modelId="{243A4C74-7DD6-4B2F-B34E-419CF6FDD987}">
      <dgm:prSet/>
      <dgm:spPr/>
      <dgm:t>
        <a:bodyPr/>
        <a:lstStyle/>
        <a:p>
          <a:r>
            <a:rPr lang="ro-RO" b="0" noProof="1"/>
            <a:t>• citeste_jocuri() – citește jocurile din fișierul .txt</a:t>
          </a:r>
          <a:endParaRPr lang="ro-RO" noProof="1"/>
        </a:p>
      </dgm:t>
    </dgm:pt>
    <dgm:pt modelId="{7E12E419-F262-4DCC-BF01-752763CBA5C0}" type="parTrans" cxnId="{FE794069-BBDE-4DC4-9834-AB214C7E5EB6}">
      <dgm:prSet/>
      <dgm:spPr/>
      <dgm:t>
        <a:bodyPr/>
        <a:lstStyle/>
        <a:p>
          <a:endParaRPr lang="en-US"/>
        </a:p>
      </dgm:t>
    </dgm:pt>
    <dgm:pt modelId="{C366D51A-76F0-4DEA-B8A3-6A19652E1160}" type="sibTrans" cxnId="{FE794069-BBDE-4DC4-9834-AB214C7E5EB6}">
      <dgm:prSet/>
      <dgm:spPr/>
      <dgm:t>
        <a:bodyPr/>
        <a:lstStyle/>
        <a:p>
          <a:endParaRPr lang="en-US"/>
        </a:p>
      </dgm:t>
    </dgm:pt>
    <dgm:pt modelId="{61645DFC-CA52-4C39-B8AE-532861FBB24D}">
      <dgm:prSet/>
      <dgm:spPr/>
      <dgm:t>
        <a:bodyPr/>
        <a:lstStyle/>
        <a:p>
          <a:r>
            <a:rPr lang="ro-RO" b="0" noProof="1"/>
            <a:t>• filtreaza_cuvinte() – selectează candidații valizi pentru cuvântul căutat</a:t>
          </a:r>
          <a:endParaRPr lang="ro-RO" noProof="1"/>
        </a:p>
      </dgm:t>
    </dgm:pt>
    <dgm:pt modelId="{2A1A50B7-9132-4D54-95F7-3D7742249AEC}" type="parTrans" cxnId="{4210E587-4A58-4721-9877-171110CED9E7}">
      <dgm:prSet/>
      <dgm:spPr/>
      <dgm:t>
        <a:bodyPr/>
        <a:lstStyle/>
        <a:p>
          <a:endParaRPr lang="en-US"/>
        </a:p>
      </dgm:t>
    </dgm:pt>
    <dgm:pt modelId="{53975466-2A83-44D7-81E5-0FB2C86F428B}" type="sibTrans" cxnId="{4210E587-4A58-4721-9877-171110CED9E7}">
      <dgm:prSet/>
      <dgm:spPr/>
      <dgm:t>
        <a:bodyPr/>
        <a:lstStyle/>
        <a:p>
          <a:endParaRPr lang="en-US"/>
        </a:p>
      </dgm:t>
    </dgm:pt>
    <dgm:pt modelId="{3FB30AB3-BEFD-4E01-B2B6-0D02F8B24B6F}">
      <dgm:prSet/>
      <dgm:spPr/>
      <dgm:t>
        <a:bodyPr/>
        <a:lstStyle/>
        <a:p>
          <a:r>
            <a:rPr lang="ro-RO" b="0" noProof="1"/>
            <a:t>• rezolva_joc() – aplică logica de ghicire automată</a:t>
          </a:r>
          <a:endParaRPr lang="ro-RO" noProof="1"/>
        </a:p>
      </dgm:t>
    </dgm:pt>
    <dgm:pt modelId="{6CD4200A-7E30-4863-9309-C57A680C53BA}" type="parTrans" cxnId="{CECBE1B0-9D5E-43EA-9355-F66268E41040}">
      <dgm:prSet/>
      <dgm:spPr/>
      <dgm:t>
        <a:bodyPr/>
        <a:lstStyle/>
        <a:p>
          <a:endParaRPr lang="en-US"/>
        </a:p>
      </dgm:t>
    </dgm:pt>
    <dgm:pt modelId="{F8EE3CDE-3BFC-472D-BA74-08D938F7CC8F}" type="sibTrans" cxnId="{CECBE1B0-9D5E-43EA-9355-F66268E41040}">
      <dgm:prSet/>
      <dgm:spPr/>
      <dgm:t>
        <a:bodyPr/>
        <a:lstStyle/>
        <a:p>
          <a:endParaRPr lang="en-US"/>
        </a:p>
      </dgm:t>
    </dgm:pt>
    <dgm:pt modelId="{813EFBEF-D89C-4D0D-81A1-9FD063C1A23A}">
      <dgm:prSet/>
      <dgm:spPr/>
      <dgm:t>
        <a:bodyPr/>
        <a:lstStyle/>
        <a:p>
          <a:r>
            <a:rPr lang="ro-RO" b="0" noProof="1"/>
            <a:t>• main() – funcția principală care coordonează execuția</a:t>
          </a:r>
          <a:endParaRPr lang="ro-RO" noProof="1"/>
        </a:p>
      </dgm:t>
    </dgm:pt>
    <dgm:pt modelId="{6561A74E-D074-46D7-9958-A672B9127E1C}" type="parTrans" cxnId="{5CC9DC2B-3224-4999-9F38-B697A76B31CE}">
      <dgm:prSet/>
      <dgm:spPr/>
      <dgm:t>
        <a:bodyPr/>
        <a:lstStyle/>
        <a:p>
          <a:endParaRPr lang="en-US"/>
        </a:p>
      </dgm:t>
    </dgm:pt>
    <dgm:pt modelId="{41E79217-2617-4AA2-AB8E-50A00A8DF615}" type="sibTrans" cxnId="{5CC9DC2B-3224-4999-9F38-B697A76B31CE}">
      <dgm:prSet/>
      <dgm:spPr/>
      <dgm:t>
        <a:bodyPr/>
        <a:lstStyle/>
        <a:p>
          <a:endParaRPr lang="en-US"/>
        </a:p>
      </dgm:t>
    </dgm:pt>
    <dgm:pt modelId="{DD00C255-A8C3-4650-8EF3-77694407FCAE}" type="pres">
      <dgm:prSet presAssocID="{69508772-C300-477E-8363-E0D25C4DD542}" presName="diagram" presStyleCnt="0">
        <dgm:presLayoutVars>
          <dgm:dir/>
          <dgm:resizeHandles val="exact"/>
        </dgm:presLayoutVars>
      </dgm:prSet>
      <dgm:spPr/>
    </dgm:pt>
    <dgm:pt modelId="{232C4FAE-8B8D-4CC2-8427-CC93EE03E0DF}" type="pres">
      <dgm:prSet presAssocID="{04D12453-AA50-457A-973C-A9F7E1260CC7}" presName="node" presStyleLbl="node1" presStyleIdx="0" presStyleCnt="6" custLinFactNeighborX="0" custLinFactNeighborY="-1073">
        <dgm:presLayoutVars>
          <dgm:bulletEnabled val="1"/>
        </dgm:presLayoutVars>
      </dgm:prSet>
      <dgm:spPr/>
    </dgm:pt>
    <dgm:pt modelId="{29A3C4CD-1945-40EF-B56E-BFBF28401701}" type="pres">
      <dgm:prSet presAssocID="{869AE252-A9D2-40DE-B183-D5A5E435E09B}" presName="sibTrans" presStyleCnt="0"/>
      <dgm:spPr/>
    </dgm:pt>
    <dgm:pt modelId="{7C954D87-9622-4D29-9D73-6764AA95700C}" type="pres">
      <dgm:prSet presAssocID="{12ADFF4A-45CA-43D2-AFF3-94B22A9127FA}" presName="node" presStyleLbl="node1" presStyleIdx="1" presStyleCnt="6">
        <dgm:presLayoutVars>
          <dgm:bulletEnabled val="1"/>
        </dgm:presLayoutVars>
      </dgm:prSet>
      <dgm:spPr/>
    </dgm:pt>
    <dgm:pt modelId="{1B66B27E-2A1F-42B7-B50A-94EB12A530E5}" type="pres">
      <dgm:prSet presAssocID="{AB4843C8-7319-4F0A-9F8A-A1D8545F1862}" presName="sibTrans" presStyleCnt="0"/>
      <dgm:spPr/>
    </dgm:pt>
    <dgm:pt modelId="{09357FAB-120F-4548-AC46-CEA4B3A978E8}" type="pres">
      <dgm:prSet presAssocID="{243A4C74-7DD6-4B2F-B34E-419CF6FDD987}" presName="node" presStyleLbl="node1" presStyleIdx="2" presStyleCnt="6">
        <dgm:presLayoutVars>
          <dgm:bulletEnabled val="1"/>
        </dgm:presLayoutVars>
      </dgm:prSet>
      <dgm:spPr/>
    </dgm:pt>
    <dgm:pt modelId="{29702E6F-204A-4FFD-AB8C-79B61BABD4FC}" type="pres">
      <dgm:prSet presAssocID="{C366D51A-76F0-4DEA-B8A3-6A19652E1160}" presName="sibTrans" presStyleCnt="0"/>
      <dgm:spPr/>
    </dgm:pt>
    <dgm:pt modelId="{86A5C49F-BE1D-4D56-AEBA-EE3685FB1FE3}" type="pres">
      <dgm:prSet presAssocID="{61645DFC-CA52-4C39-B8AE-532861FBB24D}" presName="node" presStyleLbl="node1" presStyleIdx="3" presStyleCnt="6">
        <dgm:presLayoutVars>
          <dgm:bulletEnabled val="1"/>
        </dgm:presLayoutVars>
      </dgm:prSet>
      <dgm:spPr/>
    </dgm:pt>
    <dgm:pt modelId="{45F6256A-27CB-4B52-AA30-B77AAE11F603}" type="pres">
      <dgm:prSet presAssocID="{53975466-2A83-44D7-81E5-0FB2C86F428B}" presName="sibTrans" presStyleCnt="0"/>
      <dgm:spPr/>
    </dgm:pt>
    <dgm:pt modelId="{65A5D78B-28BE-43CB-875F-2E6F4F0D952F}" type="pres">
      <dgm:prSet presAssocID="{3FB30AB3-BEFD-4E01-B2B6-0D02F8B24B6F}" presName="node" presStyleLbl="node1" presStyleIdx="4" presStyleCnt="6">
        <dgm:presLayoutVars>
          <dgm:bulletEnabled val="1"/>
        </dgm:presLayoutVars>
      </dgm:prSet>
      <dgm:spPr/>
    </dgm:pt>
    <dgm:pt modelId="{E693B8DE-83CE-42FC-A56E-53D64C38C31E}" type="pres">
      <dgm:prSet presAssocID="{F8EE3CDE-3BFC-472D-BA74-08D938F7CC8F}" presName="sibTrans" presStyleCnt="0"/>
      <dgm:spPr/>
    </dgm:pt>
    <dgm:pt modelId="{3B62A4F5-4079-4385-AB80-94015D7BA4FE}" type="pres">
      <dgm:prSet presAssocID="{813EFBEF-D89C-4D0D-81A1-9FD063C1A23A}" presName="node" presStyleLbl="node1" presStyleIdx="5" presStyleCnt="6">
        <dgm:presLayoutVars>
          <dgm:bulletEnabled val="1"/>
        </dgm:presLayoutVars>
      </dgm:prSet>
      <dgm:spPr/>
    </dgm:pt>
  </dgm:ptLst>
  <dgm:cxnLst>
    <dgm:cxn modelId="{59D70A0A-C19B-491B-8842-83423ACAAD1B}" type="presOf" srcId="{04D12453-AA50-457A-973C-A9F7E1260CC7}" destId="{232C4FAE-8B8D-4CC2-8427-CC93EE03E0DF}" srcOrd="0" destOrd="0" presId="urn:microsoft.com/office/officeart/2005/8/layout/default"/>
    <dgm:cxn modelId="{5CC9DC2B-3224-4999-9F38-B697A76B31CE}" srcId="{69508772-C300-477E-8363-E0D25C4DD542}" destId="{813EFBEF-D89C-4D0D-81A1-9FD063C1A23A}" srcOrd="5" destOrd="0" parTransId="{6561A74E-D074-46D7-9958-A672B9127E1C}" sibTransId="{41E79217-2617-4AA2-AB8E-50A00A8DF615}"/>
    <dgm:cxn modelId="{88356937-23FE-4258-840D-8A59C900F050}" type="presOf" srcId="{3FB30AB3-BEFD-4E01-B2B6-0D02F8B24B6F}" destId="{65A5D78B-28BE-43CB-875F-2E6F4F0D952F}" srcOrd="0" destOrd="0" presId="urn:microsoft.com/office/officeart/2005/8/layout/default"/>
    <dgm:cxn modelId="{EC52B638-C6F7-41F0-8BFF-778C7674CF42}" srcId="{69508772-C300-477E-8363-E0D25C4DD542}" destId="{12ADFF4A-45CA-43D2-AFF3-94B22A9127FA}" srcOrd="1" destOrd="0" parTransId="{41A62FE4-8A73-40ED-9427-7B1EFD33F01E}" sibTransId="{AB4843C8-7319-4F0A-9F8A-A1D8545F1862}"/>
    <dgm:cxn modelId="{1EC62549-ECCF-42BC-978B-C98A1A53811C}" srcId="{69508772-C300-477E-8363-E0D25C4DD542}" destId="{04D12453-AA50-457A-973C-A9F7E1260CC7}" srcOrd="0" destOrd="0" parTransId="{CEE2D3BB-4F49-4C75-A7D3-227B548B6948}" sibTransId="{869AE252-A9D2-40DE-B183-D5A5E435E09B}"/>
    <dgm:cxn modelId="{FE794069-BBDE-4DC4-9834-AB214C7E5EB6}" srcId="{69508772-C300-477E-8363-E0D25C4DD542}" destId="{243A4C74-7DD6-4B2F-B34E-419CF6FDD987}" srcOrd="2" destOrd="0" parTransId="{7E12E419-F262-4DCC-BF01-752763CBA5C0}" sibTransId="{C366D51A-76F0-4DEA-B8A3-6A19652E1160}"/>
    <dgm:cxn modelId="{6876D36B-3004-4E09-8871-A02403FF4B57}" type="presOf" srcId="{243A4C74-7DD6-4B2F-B34E-419CF6FDD987}" destId="{09357FAB-120F-4548-AC46-CEA4B3A978E8}" srcOrd="0" destOrd="0" presId="urn:microsoft.com/office/officeart/2005/8/layout/default"/>
    <dgm:cxn modelId="{59EB944E-79E3-4F3D-8786-87658290C1A9}" type="presOf" srcId="{813EFBEF-D89C-4D0D-81A1-9FD063C1A23A}" destId="{3B62A4F5-4079-4385-AB80-94015D7BA4FE}" srcOrd="0" destOrd="0" presId="urn:microsoft.com/office/officeart/2005/8/layout/default"/>
    <dgm:cxn modelId="{8CB98279-79D0-4C78-8FEE-CE744E84B176}" type="presOf" srcId="{61645DFC-CA52-4C39-B8AE-532861FBB24D}" destId="{86A5C49F-BE1D-4D56-AEBA-EE3685FB1FE3}" srcOrd="0" destOrd="0" presId="urn:microsoft.com/office/officeart/2005/8/layout/default"/>
    <dgm:cxn modelId="{116DE67C-287E-40A2-A8C7-614D29B8C130}" type="presOf" srcId="{69508772-C300-477E-8363-E0D25C4DD542}" destId="{DD00C255-A8C3-4650-8EF3-77694407FCAE}" srcOrd="0" destOrd="0" presId="urn:microsoft.com/office/officeart/2005/8/layout/default"/>
    <dgm:cxn modelId="{4210E587-4A58-4721-9877-171110CED9E7}" srcId="{69508772-C300-477E-8363-E0D25C4DD542}" destId="{61645DFC-CA52-4C39-B8AE-532861FBB24D}" srcOrd="3" destOrd="0" parTransId="{2A1A50B7-9132-4D54-95F7-3D7742249AEC}" sibTransId="{53975466-2A83-44D7-81E5-0FB2C86F428B}"/>
    <dgm:cxn modelId="{344E859F-5F88-4FAB-B8D5-30BD1DAB7267}" type="presOf" srcId="{12ADFF4A-45CA-43D2-AFF3-94B22A9127FA}" destId="{7C954D87-9622-4D29-9D73-6764AA95700C}" srcOrd="0" destOrd="0" presId="urn:microsoft.com/office/officeart/2005/8/layout/default"/>
    <dgm:cxn modelId="{CECBE1B0-9D5E-43EA-9355-F66268E41040}" srcId="{69508772-C300-477E-8363-E0D25C4DD542}" destId="{3FB30AB3-BEFD-4E01-B2B6-0D02F8B24B6F}" srcOrd="4" destOrd="0" parTransId="{6CD4200A-7E30-4863-9309-C57A680C53BA}" sibTransId="{F8EE3CDE-3BFC-472D-BA74-08D938F7CC8F}"/>
    <dgm:cxn modelId="{7AABC756-C7A0-49AE-B5BD-FB4AA306E2A1}" type="presParOf" srcId="{DD00C255-A8C3-4650-8EF3-77694407FCAE}" destId="{232C4FAE-8B8D-4CC2-8427-CC93EE03E0DF}" srcOrd="0" destOrd="0" presId="urn:microsoft.com/office/officeart/2005/8/layout/default"/>
    <dgm:cxn modelId="{C0E13BA0-1746-4216-AC92-5C9B368662A0}" type="presParOf" srcId="{DD00C255-A8C3-4650-8EF3-77694407FCAE}" destId="{29A3C4CD-1945-40EF-B56E-BFBF28401701}" srcOrd="1" destOrd="0" presId="urn:microsoft.com/office/officeart/2005/8/layout/default"/>
    <dgm:cxn modelId="{E6AFB3FB-6B7E-4F0A-9C29-944F10F6516D}" type="presParOf" srcId="{DD00C255-A8C3-4650-8EF3-77694407FCAE}" destId="{7C954D87-9622-4D29-9D73-6764AA95700C}" srcOrd="2" destOrd="0" presId="urn:microsoft.com/office/officeart/2005/8/layout/default"/>
    <dgm:cxn modelId="{74DFF34A-27DE-4B4A-93C9-C9DDE71D7E93}" type="presParOf" srcId="{DD00C255-A8C3-4650-8EF3-77694407FCAE}" destId="{1B66B27E-2A1F-42B7-B50A-94EB12A530E5}" srcOrd="3" destOrd="0" presId="urn:microsoft.com/office/officeart/2005/8/layout/default"/>
    <dgm:cxn modelId="{C6A62C56-F871-4196-BC5B-2A5BDC42E2C7}" type="presParOf" srcId="{DD00C255-A8C3-4650-8EF3-77694407FCAE}" destId="{09357FAB-120F-4548-AC46-CEA4B3A978E8}" srcOrd="4" destOrd="0" presId="urn:microsoft.com/office/officeart/2005/8/layout/default"/>
    <dgm:cxn modelId="{E8C2E7D9-D1A4-4E3F-A961-79754ACE08BE}" type="presParOf" srcId="{DD00C255-A8C3-4650-8EF3-77694407FCAE}" destId="{29702E6F-204A-4FFD-AB8C-79B61BABD4FC}" srcOrd="5" destOrd="0" presId="urn:microsoft.com/office/officeart/2005/8/layout/default"/>
    <dgm:cxn modelId="{6D4AD781-9413-4749-A859-C17948784768}" type="presParOf" srcId="{DD00C255-A8C3-4650-8EF3-77694407FCAE}" destId="{86A5C49F-BE1D-4D56-AEBA-EE3685FB1FE3}" srcOrd="6" destOrd="0" presId="urn:microsoft.com/office/officeart/2005/8/layout/default"/>
    <dgm:cxn modelId="{52D79F57-6CF5-4410-8D03-CE7245B7C0A6}" type="presParOf" srcId="{DD00C255-A8C3-4650-8EF3-77694407FCAE}" destId="{45F6256A-27CB-4B52-AA30-B77AAE11F603}" srcOrd="7" destOrd="0" presId="urn:microsoft.com/office/officeart/2005/8/layout/default"/>
    <dgm:cxn modelId="{933B2B34-A5D3-4694-9BDE-1F9F3B5CFF07}" type="presParOf" srcId="{DD00C255-A8C3-4650-8EF3-77694407FCAE}" destId="{65A5D78B-28BE-43CB-875F-2E6F4F0D952F}" srcOrd="8" destOrd="0" presId="urn:microsoft.com/office/officeart/2005/8/layout/default"/>
    <dgm:cxn modelId="{3C6588E3-2291-4A5D-8BC3-F6CF6004C2DE}" type="presParOf" srcId="{DD00C255-A8C3-4650-8EF3-77694407FCAE}" destId="{E693B8DE-83CE-42FC-A56E-53D64C38C31E}" srcOrd="9" destOrd="0" presId="urn:microsoft.com/office/officeart/2005/8/layout/default"/>
    <dgm:cxn modelId="{265EB6F3-2C88-44DD-8ABD-D00497F333D8}" type="presParOf" srcId="{DD00C255-A8C3-4650-8EF3-77694407FCAE}" destId="{3B62A4F5-4079-4385-AB80-94015D7BA4F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663967-CAFB-4358-83F7-6F11A487E35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D8ECBA-0A8F-482B-8C5F-21A0CD3D9398}">
      <dgm:prSet/>
      <dgm:spPr/>
      <dgm:t>
        <a:bodyPr/>
        <a:lstStyle/>
        <a:p>
          <a:r>
            <a:rPr lang="ro-RO" b="0" noProof="1"/>
            <a:t>Rol: compară două litere, ignorând diferențele de majuscule și diacritice.</a:t>
          </a:r>
          <a:endParaRPr lang="ro-RO" noProof="1"/>
        </a:p>
      </dgm:t>
    </dgm:pt>
    <dgm:pt modelId="{0199681B-072B-424A-BBC0-8B7E983F0381}" type="parTrans" cxnId="{921C60BD-057F-4042-AD47-B8376559DDAB}">
      <dgm:prSet/>
      <dgm:spPr/>
      <dgm:t>
        <a:bodyPr/>
        <a:lstStyle/>
        <a:p>
          <a:endParaRPr lang="en-US"/>
        </a:p>
      </dgm:t>
    </dgm:pt>
    <dgm:pt modelId="{488D0828-CCA3-436F-B42B-D222B08622E1}" type="sibTrans" cxnId="{921C60BD-057F-4042-AD47-B8376559DDAB}">
      <dgm:prSet/>
      <dgm:spPr/>
      <dgm:t>
        <a:bodyPr/>
        <a:lstStyle/>
        <a:p>
          <a:endParaRPr lang="en-US"/>
        </a:p>
      </dgm:t>
    </dgm:pt>
    <dgm:pt modelId="{E2DF55F2-EA57-4C0D-A0DF-67F59C6ACE0B}">
      <dgm:prSet/>
      <dgm:spPr/>
      <dgm:t>
        <a:bodyPr/>
        <a:lstStyle/>
        <a:p>
          <a:r>
            <a:rPr lang="ro-RO" b="0" noProof="1"/>
            <a:t>Este folosită pentru a verifica dacă o literă ghicită se potrivește cu cea din cuvântul țintă.</a:t>
          </a:r>
          <a:endParaRPr lang="ro-RO" noProof="1"/>
        </a:p>
      </dgm:t>
    </dgm:pt>
    <dgm:pt modelId="{7C448D97-DA87-4EDE-A0B4-A2B6AE42A2B1}" type="parTrans" cxnId="{306969B3-49CC-4480-A579-B30CE17847D2}">
      <dgm:prSet/>
      <dgm:spPr/>
      <dgm:t>
        <a:bodyPr/>
        <a:lstStyle/>
        <a:p>
          <a:endParaRPr lang="en-US"/>
        </a:p>
      </dgm:t>
    </dgm:pt>
    <dgm:pt modelId="{C8367ADD-5E8D-4D51-99FD-BF2B076F2F30}" type="sibTrans" cxnId="{306969B3-49CC-4480-A579-B30CE17847D2}">
      <dgm:prSet/>
      <dgm:spPr/>
      <dgm:t>
        <a:bodyPr/>
        <a:lstStyle/>
        <a:p>
          <a:endParaRPr lang="en-US"/>
        </a:p>
      </dgm:t>
    </dgm:pt>
    <dgm:pt modelId="{35FD6045-8762-48F3-8191-050ACD9EC2AF}" type="pres">
      <dgm:prSet presAssocID="{22663967-CAFB-4358-83F7-6F11A487E351}" presName="linear" presStyleCnt="0">
        <dgm:presLayoutVars>
          <dgm:animLvl val="lvl"/>
          <dgm:resizeHandles val="exact"/>
        </dgm:presLayoutVars>
      </dgm:prSet>
      <dgm:spPr/>
    </dgm:pt>
    <dgm:pt modelId="{15511B59-06F8-45FC-8C3A-61754D759B42}" type="pres">
      <dgm:prSet presAssocID="{8FD8ECBA-0A8F-482B-8C5F-21A0CD3D939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9B1AA05-3359-44BB-9E7A-B59900EB92C6}" type="pres">
      <dgm:prSet presAssocID="{488D0828-CCA3-436F-B42B-D222B08622E1}" presName="spacer" presStyleCnt="0"/>
      <dgm:spPr/>
    </dgm:pt>
    <dgm:pt modelId="{ED0EB098-3502-4EB5-B064-4F6C5410541D}" type="pres">
      <dgm:prSet presAssocID="{E2DF55F2-EA57-4C0D-A0DF-67F59C6ACE0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AFC950C-A260-4816-8A9D-4887B70642C8}" type="presOf" srcId="{E2DF55F2-EA57-4C0D-A0DF-67F59C6ACE0B}" destId="{ED0EB098-3502-4EB5-B064-4F6C5410541D}" srcOrd="0" destOrd="0" presId="urn:microsoft.com/office/officeart/2005/8/layout/vList2"/>
    <dgm:cxn modelId="{C1827B85-B43C-4E70-9D2A-BBFD05884785}" type="presOf" srcId="{22663967-CAFB-4358-83F7-6F11A487E351}" destId="{35FD6045-8762-48F3-8191-050ACD9EC2AF}" srcOrd="0" destOrd="0" presId="urn:microsoft.com/office/officeart/2005/8/layout/vList2"/>
    <dgm:cxn modelId="{306969B3-49CC-4480-A579-B30CE17847D2}" srcId="{22663967-CAFB-4358-83F7-6F11A487E351}" destId="{E2DF55F2-EA57-4C0D-A0DF-67F59C6ACE0B}" srcOrd="1" destOrd="0" parTransId="{7C448D97-DA87-4EDE-A0B4-A2B6AE42A2B1}" sibTransId="{C8367ADD-5E8D-4D51-99FD-BF2B076F2F30}"/>
    <dgm:cxn modelId="{921C60BD-057F-4042-AD47-B8376559DDAB}" srcId="{22663967-CAFB-4358-83F7-6F11A487E351}" destId="{8FD8ECBA-0A8F-482B-8C5F-21A0CD3D9398}" srcOrd="0" destOrd="0" parTransId="{0199681B-072B-424A-BBC0-8B7E983F0381}" sibTransId="{488D0828-CCA3-436F-B42B-D222B08622E1}"/>
    <dgm:cxn modelId="{A5BB69E3-3AEA-408C-88FA-E472E3A6F6A0}" type="presOf" srcId="{8FD8ECBA-0A8F-482B-8C5F-21A0CD3D9398}" destId="{15511B59-06F8-45FC-8C3A-61754D759B42}" srcOrd="0" destOrd="0" presId="urn:microsoft.com/office/officeart/2005/8/layout/vList2"/>
    <dgm:cxn modelId="{0C527676-3254-4860-9683-64DE215FE6B5}" type="presParOf" srcId="{35FD6045-8762-48F3-8191-050ACD9EC2AF}" destId="{15511B59-06F8-45FC-8C3A-61754D759B42}" srcOrd="0" destOrd="0" presId="urn:microsoft.com/office/officeart/2005/8/layout/vList2"/>
    <dgm:cxn modelId="{39400614-F869-4F54-8A91-2120872ED9E3}" type="presParOf" srcId="{35FD6045-8762-48F3-8191-050ACD9EC2AF}" destId="{39B1AA05-3359-44BB-9E7A-B59900EB92C6}" srcOrd="1" destOrd="0" presId="urn:microsoft.com/office/officeart/2005/8/layout/vList2"/>
    <dgm:cxn modelId="{F817AC92-C259-438D-A44A-EA75FBFBFD40}" type="presParOf" srcId="{35FD6045-8762-48F3-8191-050ACD9EC2AF}" destId="{ED0EB098-3502-4EB5-B064-4F6C5410541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6800E5-4573-48E7-9522-FC58CD009E9D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2A3FFA1-5E7F-4104-B38A-DC21F2EB554A}">
      <dgm:prSet/>
      <dgm:spPr/>
      <dgm:t>
        <a:bodyPr/>
        <a:lstStyle/>
        <a:p>
          <a:r>
            <a:rPr lang="ro-RO" b="0" noProof="1"/>
            <a:t>• Deschide fișierul 'jocuri.txt' și citește fiecare linie.</a:t>
          </a:r>
          <a:endParaRPr lang="ro-RO" noProof="1"/>
        </a:p>
      </dgm:t>
    </dgm:pt>
    <dgm:pt modelId="{D610AD81-3732-4764-B523-426F9A885E6B}" type="parTrans" cxnId="{D7EC5338-0CC4-4267-9E2A-643650A7195B}">
      <dgm:prSet/>
      <dgm:spPr/>
      <dgm:t>
        <a:bodyPr/>
        <a:lstStyle/>
        <a:p>
          <a:endParaRPr lang="en-US"/>
        </a:p>
      </dgm:t>
    </dgm:pt>
    <dgm:pt modelId="{5C45D9BF-E193-48A0-A87A-2D1DBBEB3F84}" type="sibTrans" cxnId="{D7EC5338-0CC4-4267-9E2A-643650A7195B}">
      <dgm:prSet/>
      <dgm:spPr/>
      <dgm:t>
        <a:bodyPr/>
        <a:lstStyle/>
        <a:p>
          <a:endParaRPr lang="en-US"/>
        </a:p>
      </dgm:t>
    </dgm:pt>
    <dgm:pt modelId="{20F61679-656A-487F-B6F1-D7A36901A2B3}">
      <dgm:prSet/>
      <dgm:spPr/>
      <dgm:t>
        <a:bodyPr/>
        <a:lstStyle/>
        <a:p>
          <a:r>
            <a:rPr lang="ro-RO" b="0" noProof="1"/>
            <a:t>• Verifică formatul (3 câmpuri separate prin virgule).</a:t>
          </a:r>
          <a:endParaRPr lang="ro-RO" noProof="1"/>
        </a:p>
      </dgm:t>
    </dgm:pt>
    <dgm:pt modelId="{AD72FF2F-1D4D-45B9-8232-32FFADF7175D}" type="parTrans" cxnId="{1BA9AB02-5F7F-4C51-8872-9D981B2C3DF4}">
      <dgm:prSet/>
      <dgm:spPr/>
      <dgm:t>
        <a:bodyPr/>
        <a:lstStyle/>
        <a:p>
          <a:endParaRPr lang="en-US"/>
        </a:p>
      </dgm:t>
    </dgm:pt>
    <dgm:pt modelId="{8732FF53-CDBC-4709-B598-153D25698C75}" type="sibTrans" cxnId="{1BA9AB02-5F7F-4C51-8872-9D981B2C3DF4}">
      <dgm:prSet/>
      <dgm:spPr/>
      <dgm:t>
        <a:bodyPr/>
        <a:lstStyle/>
        <a:p>
          <a:endParaRPr lang="en-US"/>
        </a:p>
      </dgm:t>
    </dgm:pt>
    <dgm:pt modelId="{C5B29A52-CC3D-4F61-9174-E73C33C2807B}">
      <dgm:prSet/>
      <dgm:spPr/>
      <dgm:t>
        <a:bodyPr/>
        <a:lstStyle/>
        <a:p>
          <a:r>
            <a:rPr lang="ro-RO" b="0" noProof="1"/>
            <a:t>• Validează lungimea pattern-ului și a cuvântului.</a:t>
          </a:r>
          <a:endParaRPr lang="ro-RO" noProof="1"/>
        </a:p>
      </dgm:t>
    </dgm:pt>
    <dgm:pt modelId="{477FDF80-1AC5-42A3-B424-6226FD2002E4}" type="parTrans" cxnId="{A9DE0736-CB51-42AE-858B-F0EF3BA63552}">
      <dgm:prSet/>
      <dgm:spPr/>
      <dgm:t>
        <a:bodyPr/>
        <a:lstStyle/>
        <a:p>
          <a:endParaRPr lang="en-US"/>
        </a:p>
      </dgm:t>
    </dgm:pt>
    <dgm:pt modelId="{164C142D-FDF9-4610-B0CD-F8225589EF7A}" type="sibTrans" cxnId="{A9DE0736-CB51-42AE-858B-F0EF3BA63552}">
      <dgm:prSet/>
      <dgm:spPr/>
      <dgm:t>
        <a:bodyPr/>
        <a:lstStyle/>
        <a:p>
          <a:endParaRPr lang="en-US"/>
        </a:p>
      </dgm:t>
    </dgm:pt>
    <dgm:pt modelId="{5B750F3D-97F6-4552-A2E8-FF83A8E1BE62}">
      <dgm:prSet/>
      <dgm:spPr/>
      <dgm:t>
        <a:bodyPr/>
        <a:lstStyle/>
        <a:p>
          <a:r>
            <a:rPr lang="ro-RO" b="0" noProof="1"/>
            <a:t>• Returnează o listă de jocuri valide și o listă cu erorile găsite.</a:t>
          </a:r>
          <a:endParaRPr lang="ro-RO" noProof="1"/>
        </a:p>
      </dgm:t>
    </dgm:pt>
    <dgm:pt modelId="{768F932B-7019-4C0B-93B3-FA0CC8F02C68}" type="parTrans" cxnId="{22FC4F79-EEE7-45C2-939F-9F952F9D938F}">
      <dgm:prSet/>
      <dgm:spPr/>
      <dgm:t>
        <a:bodyPr/>
        <a:lstStyle/>
        <a:p>
          <a:endParaRPr lang="en-US"/>
        </a:p>
      </dgm:t>
    </dgm:pt>
    <dgm:pt modelId="{4A43060B-766A-4B53-A0A6-D9AFC75EF28A}" type="sibTrans" cxnId="{22FC4F79-EEE7-45C2-939F-9F952F9D938F}">
      <dgm:prSet/>
      <dgm:spPr/>
      <dgm:t>
        <a:bodyPr/>
        <a:lstStyle/>
        <a:p>
          <a:endParaRPr lang="en-US"/>
        </a:p>
      </dgm:t>
    </dgm:pt>
    <dgm:pt modelId="{3D79FD3C-092A-44D8-A70F-4635CD19F62D}" type="pres">
      <dgm:prSet presAssocID="{266800E5-4573-48E7-9522-FC58CD009E9D}" presName="Name0" presStyleCnt="0">
        <dgm:presLayoutVars>
          <dgm:dir/>
          <dgm:animLvl val="lvl"/>
          <dgm:resizeHandles val="exact"/>
        </dgm:presLayoutVars>
      </dgm:prSet>
      <dgm:spPr/>
    </dgm:pt>
    <dgm:pt modelId="{36795093-0DD5-4DBA-A0EA-406E750782FB}" type="pres">
      <dgm:prSet presAssocID="{82A3FFA1-5E7F-4104-B38A-DC21F2EB554A}" presName="linNode" presStyleCnt="0"/>
      <dgm:spPr/>
    </dgm:pt>
    <dgm:pt modelId="{A9FB1E48-6119-425D-B75C-9EAF196C3433}" type="pres">
      <dgm:prSet presAssocID="{82A3FFA1-5E7F-4104-B38A-DC21F2EB554A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E84D79B-E855-42FD-AD99-4AE0A3E35768}" type="pres">
      <dgm:prSet presAssocID="{5C45D9BF-E193-48A0-A87A-2D1DBBEB3F84}" presName="sp" presStyleCnt="0"/>
      <dgm:spPr/>
    </dgm:pt>
    <dgm:pt modelId="{9D6429D9-7A2C-48E6-A911-C8639BBB45E5}" type="pres">
      <dgm:prSet presAssocID="{20F61679-656A-487F-B6F1-D7A36901A2B3}" presName="linNode" presStyleCnt="0"/>
      <dgm:spPr/>
    </dgm:pt>
    <dgm:pt modelId="{36F3A81A-2FBD-4F9A-B12A-A14F7371D276}" type="pres">
      <dgm:prSet presAssocID="{20F61679-656A-487F-B6F1-D7A36901A2B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F94A7FD1-49C8-42B5-BF2F-5E0FFBB249AC}" type="pres">
      <dgm:prSet presAssocID="{8732FF53-CDBC-4709-B598-153D25698C75}" presName="sp" presStyleCnt="0"/>
      <dgm:spPr/>
    </dgm:pt>
    <dgm:pt modelId="{60524805-24A0-4B96-9F88-97E77E4E4997}" type="pres">
      <dgm:prSet presAssocID="{C5B29A52-CC3D-4F61-9174-E73C33C2807B}" presName="linNode" presStyleCnt="0"/>
      <dgm:spPr/>
    </dgm:pt>
    <dgm:pt modelId="{B3F6A2E6-8B22-4B04-BE13-07484EF2D100}" type="pres">
      <dgm:prSet presAssocID="{C5B29A52-CC3D-4F61-9174-E73C33C2807B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CAE1F0FA-287F-4488-8967-84FC5E6698F4}" type="pres">
      <dgm:prSet presAssocID="{164C142D-FDF9-4610-B0CD-F8225589EF7A}" presName="sp" presStyleCnt="0"/>
      <dgm:spPr/>
    </dgm:pt>
    <dgm:pt modelId="{5452BA73-D2DC-44A1-A229-CCB87E759201}" type="pres">
      <dgm:prSet presAssocID="{5B750F3D-97F6-4552-A2E8-FF83A8E1BE62}" presName="linNode" presStyleCnt="0"/>
      <dgm:spPr/>
    </dgm:pt>
    <dgm:pt modelId="{663DD508-6976-4D03-B709-2A6E084F25A3}" type="pres">
      <dgm:prSet presAssocID="{5B750F3D-97F6-4552-A2E8-FF83A8E1BE62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1BA9AB02-5F7F-4C51-8872-9D981B2C3DF4}" srcId="{266800E5-4573-48E7-9522-FC58CD009E9D}" destId="{20F61679-656A-487F-B6F1-D7A36901A2B3}" srcOrd="1" destOrd="0" parTransId="{AD72FF2F-1D4D-45B9-8232-32FFADF7175D}" sibTransId="{8732FF53-CDBC-4709-B598-153D25698C75}"/>
    <dgm:cxn modelId="{0A77841B-D028-474B-ADD4-15C20A0F2E5D}" type="presOf" srcId="{266800E5-4573-48E7-9522-FC58CD009E9D}" destId="{3D79FD3C-092A-44D8-A70F-4635CD19F62D}" srcOrd="0" destOrd="0" presId="urn:microsoft.com/office/officeart/2005/8/layout/vList5"/>
    <dgm:cxn modelId="{A9DE0736-CB51-42AE-858B-F0EF3BA63552}" srcId="{266800E5-4573-48E7-9522-FC58CD009E9D}" destId="{C5B29A52-CC3D-4F61-9174-E73C33C2807B}" srcOrd="2" destOrd="0" parTransId="{477FDF80-1AC5-42A3-B424-6226FD2002E4}" sibTransId="{164C142D-FDF9-4610-B0CD-F8225589EF7A}"/>
    <dgm:cxn modelId="{D7EC5338-0CC4-4267-9E2A-643650A7195B}" srcId="{266800E5-4573-48E7-9522-FC58CD009E9D}" destId="{82A3FFA1-5E7F-4104-B38A-DC21F2EB554A}" srcOrd="0" destOrd="0" parTransId="{D610AD81-3732-4764-B523-426F9A885E6B}" sibTransId="{5C45D9BF-E193-48A0-A87A-2D1DBBEB3F84}"/>
    <dgm:cxn modelId="{B9979067-45CA-4B96-ABE9-5E150890CD9D}" type="presOf" srcId="{82A3FFA1-5E7F-4104-B38A-DC21F2EB554A}" destId="{A9FB1E48-6119-425D-B75C-9EAF196C3433}" srcOrd="0" destOrd="0" presId="urn:microsoft.com/office/officeart/2005/8/layout/vList5"/>
    <dgm:cxn modelId="{22FC4F79-EEE7-45C2-939F-9F952F9D938F}" srcId="{266800E5-4573-48E7-9522-FC58CD009E9D}" destId="{5B750F3D-97F6-4552-A2E8-FF83A8E1BE62}" srcOrd="3" destOrd="0" parTransId="{768F932B-7019-4C0B-93B3-FA0CC8F02C68}" sibTransId="{4A43060B-766A-4B53-A0A6-D9AFC75EF28A}"/>
    <dgm:cxn modelId="{B2E7889A-2610-4294-8D3B-BF7199C8E7CE}" type="presOf" srcId="{20F61679-656A-487F-B6F1-D7A36901A2B3}" destId="{36F3A81A-2FBD-4F9A-B12A-A14F7371D276}" srcOrd="0" destOrd="0" presId="urn:microsoft.com/office/officeart/2005/8/layout/vList5"/>
    <dgm:cxn modelId="{A64CA7D0-E8D8-4E5D-940E-8D937C6D0EBA}" type="presOf" srcId="{C5B29A52-CC3D-4F61-9174-E73C33C2807B}" destId="{B3F6A2E6-8B22-4B04-BE13-07484EF2D100}" srcOrd="0" destOrd="0" presId="urn:microsoft.com/office/officeart/2005/8/layout/vList5"/>
    <dgm:cxn modelId="{475A9EE2-0A6C-45E7-A83F-CF004F1ECD6E}" type="presOf" srcId="{5B750F3D-97F6-4552-A2E8-FF83A8E1BE62}" destId="{663DD508-6976-4D03-B709-2A6E084F25A3}" srcOrd="0" destOrd="0" presId="urn:microsoft.com/office/officeart/2005/8/layout/vList5"/>
    <dgm:cxn modelId="{9C061DD1-4BA6-4419-BFA0-D163F0724DD0}" type="presParOf" srcId="{3D79FD3C-092A-44D8-A70F-4635CD19F62D}" destId="{36795093-0DD5-4DBA-A0EA-406E750782FB}" srcOrd="0" destOrd="0" presId="urn:microsoft.com/office/officeart/2005/8/layout/vList5"/>
    <dgm:cxn modelId="{C30FA8FA-B13E-4275-93A1-33539C9F7D47}" type="presParOf" srcId="{36795093-0DD5-4DBA-A0EA-406E750782FB}" destId="{A9FB1E48-6119-425D-B75C-9EAF196C3433}" srcOrd="0" destOrd="0" presId="urn:microsoft.com/office/officeart/2005/8/layout/vList5"/>
    <dgm:cxn modelId="{38E84A2D-4CB7-4977-80C2-261F2EB1202F}" type="presParOf" srcId="{3D79FD3C-092A-44D8-A70F-4635CD19F62D}" destId="{7E84D79B-E855-42FD-AD99-4AE0A3E35768}" srcOrd="1" destOrd="0" presId="urn:microsoft.com/office/officeart/2005/8/layout/vList5"/>
    <dgm:cxn modelId="{55796417-4739-4078-9FB6-8106B57F811A}" type="presParOf" srcId="{3D79FD3C-092A-44D8-A70F-4635CD19F62D}" destId="{9D6429D9-7A2C-48E6-A911-C8639BBB45E5}" srcOrd="2" destOrd="0" presId="urn:microsoft.com/office/officeart/2005/8/layout/vList5"/>
    <dgm:cxn modelId="{8936ACB0-50D2-4BAF-BF21-23A6C58B56D8}" type="presParOf" srcId="{9D6429D9-7A2C-48E6-A911-C8639BBB45E5}" destId="{36F3A81A-2FBD-4F9A-B12A-A14F7371D276}" srcOrd="0" destOrd="0" presId="urn:microsoft.com/office/officeart/2005/8/layout/vList5"/>
    <dgm:cxn modelId="{6F765FD2-EB26-4FDD-BEBE-201882CD21DA}" type="presParOf" srcId="{3D79FD3C-092A-44D8-A70F-4635CD19F62D}" destId="{F94A7FD1-49C8-42B5-BF2F-5E0FFBB249AC}" srcOrd="3" destOrd="0" presId="urn:microsoft.com/office/officeart/2005/8/layout/vList5"/>
    <dgm:cxn modelId="{A63190E6-3147-44E8-AE98-B61CBC07E982}" type="presParOf" srcId="{3D79FD3C-092A-44D8-A70F-4635CD19F62D}" destId="{60524805-24A0-4B96-9F88-97E77E4E4997}" srcOrd="4" destOrd="0" presId="urn:microsoft.com/office/officeart/2005/8/layout/vList5"/>
    <dgm:cxn modelId="{21D64F72-4AC9-45E9-B371-A334FB858603}" type="presParOf" srcId="{60524805-24A0-4B96-9F88-97E77E4E4997}" destId="{B3F6A2E6-8B22-4B04-BE13-07484EF2D100}" srcOrd="0" destOrd="0" presId="urn:microsoft.com/office/officeart/2005/8/layout/vList5"/>
    <dgm:cxn modelId="{87B09FCA-AB61-4ED2-839D-94AD316635D4}" type="presParOf" srcId="{3D79FD3C-092A-44D8-A70F-4635CD19F62D}" destId="{CAE1F0FA-287F-4488-8967-84FC5E6698F4}" srcOrd="5" destOrd="0" presId="urn:microsoft.com/office/officeart/2005/8/layout/vList5"/>
    <dgm:cxn modelId="{FB28C444-6369-4459-B70F-AF20B26819CB}" type="presParOf" srcId="{3D79FD3C-092A-44D8-A70F-4635CD19F62D}" destId="{5452BA73-D2DC-44A1-A229-CCB87E759201}" srcOrd="6" destOrd="0" presId="urn:microsoft.com/office/officeart/2005/8/layout/vList5"/>
    <dgm:cxn modelId="{B37DDABE-1091-490A-8803-37C4E5EBE153}" type="presParOf" srcId="{5452BA73-D2DC-44A1-A229-CCB87E759201}" destId="{663DD508-6976-4D03-B709-2A6E084F25A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0BD071-0E76-4C04-914D-DD16DE0C8D6F}" type="doc">
      <dgm:prSet loTypeId="urn:microsoft.com/office/officeart/2005/8/layout/matrix3" loCatId="matrix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D20698A8-8866-40D2-BBDF-7ED25BB58C1D}">
      <dgm:prSet/>
      <dgm:spPr/>
      <dgm:t>
        <a:bodyPr/>
        <a:lstStyle/>
        <a:p>
          <a:r>
            <a:rPr lang="ro-RO" b="0" noProof="1"/>
            <a:t>• Primește lista de cuvinte posibile și pattern-ul actual.</a:t>
          </a:r>
          <a:endParaRPr lang="ro-RO" noProof="1"/>
        </a:p>
      </dgm:t>
    </dgm:pt>
    <dgm:pt modelId="{FB6014B8-DC18-4D0A-A144-F7C0EC13F0E1}" type="parTrans" cxnId="{CE5C7384-0F49-4879-8302-F25E73B6947F}">
      <dgm:prSet/>
      <dgm:spPr/>
      <dgm:t>
        <a:bodyPr/>
        <a:lstStyle/>
        <a:p>
          <a:endParaRPr lang="en-US"/>
        </a:p>
      </dgm:t>
    </dgm:pt>
    <dgm:pt modelId="{4856EEF4-6F76-4858-96C0-8AE10C0F4461}" type="sibTrans" cxnId="{CE5C7384-0F49-4879-8302-F25E73B6947F}">
      <dgm:prSet/>
      <dgm:spPr/>
      <dgm:t>
        <a:bodyPr/>
        <a:lstStyle/>
        <a:p>
          <a:endParaRPr lang="en-US"/>
        </a:p>
      </dgm:t>
    </dgm:pt>
    <dgm:pt modelId="{73F9172E-D0A0-4D22-AF73-8F0E27BE17F7}">
      <dgm:prSet/>
      <dgm:spPr/>
      <dgm:t>
        <a:bodyPr/>
        <a:lstStyle/>
        <a:p>
          <a:r>
            <a:rPr lang="ro-RO" b="0" noProof="1"/>
            <a:t>• Elimină cuvintele care conțin litere greșite.</a:t>
          </a:r>
          <a:endParaRPr lang="ro-RO" noProof="1"/>
        </a:p>
      </dgm:t>
    </dgm:pt>
    <dgm:pt modelId="{478B561C-C516-436C-98E3-BB7DF32F0DB8}" type="parTrans" cxnId="{B7B3A529-B3DF-42D4-ABBD-155049004D41}">
      <dgm:prSet/>
      <dgm:spPr/>
      <dgm:t>
        <a:bodyPr/>
        <a:lstStyle/>
        <a:p>
          <a:endParaRPr lang="en-US"/>
        </a:p>
      </dgm:t>
    </dgm:pt>
    <dgm:pt modelId="{314D273B-525F-469C-B046-DF35CC9E5B25}" type="sibTrans" cxnId="{B7B3A529-B3DF-42D4-ABBD-155049004D41}">
      <dgm:prSet/>
      <dgm:spPr/>
      <dgm:t>
        <a:bodyPr/>
        <a:lstStyle/>
        <a:p>
          <a:endParaRPr lang="en-US"/>
        </a:p>
      </dgm:t>
    </dgm:pt>
    <dgm:pt modelId="{1F5C9438-6BC8-45D9-BC04-6211DE2A155E}">
      <dgm:prSet/>
      <dgm:spPr/>
      <dgm:t>
        <a:bodyPr/>
        <a:lstStyle/>
        <a:p>
          <a:r>
            <a:rPr lang="ro-RO" b="0" noProof="1"/>
            <a:t>• Reține doar cuvintele care respectă pozițiile deja descoperite.</a:t>
          </a:r>
          <a:endParaRPr lang="ro-RO" noProof="1"/>
        </a:p>
      </dgm:t>
    </dgm:pt>
    <dgm:pt modelId="{DB671FA6-B015-4EFE-A45B-350F1BF4E2D4}" type="parTrans" cxnId="{D862CE1F-A929-4130-8E66-46BBF841968A}">
      <dgm:prSet/>
      <dgm:spPr/>
      <dgm:t>
        <a:bodyPr/>
        <a:lstStyle/>
        <a:p>
          <a:endParaRPr lang="en-US"/>
        </a:p>
      </dgm:t>
    </dgm:pt>
    <dgm:pt modelId="{91E1213C-D2EE-4F06-81E5-CCDFB7BF40EB}" type="sibTrans" cxnId="{D862CE1F-A929-4130-8E66-46BBF841968A}">
      <dgm:prSet/>
      <dgm:spPr/>
      <dgm:t>
        <a:bodyPr/>
        <a:lstStyle/>
        <a:p>
          <a:endParaRPr lang="en-US"/>
        </a:p>
      </dgm:t>
    </dgm:pt>
    <dgm:pt modelId="{BE4C1573-535B-46EE-A2CC-8F4F284DA49D}">
      <dgm:prSet/>
      <dgm:spPr/>
      <dgm:t>
        <a:bodyPr/>
        <a:lstStyle/>
        <a:p>
          <a:r>
            <a:rPr lang="ro-RO" b="0" noProof="1"/>
            <a:t>• Returnează lista de candidați pentru pasul următor.</a:t>
          </a:r>
          <a:endParaRPr lang="ro-RO" noProof="1"/>
        </a:p>
      </dgm:t>
    </dgm:pt>
    <dgm:pt modelId="{17846D5E-4EBE-48AF-8A70-4BB94AD7FC9A}" type="parTrans" cxnId="{39C7CDE3-217C-43B6-8409-6AB21F3C1181}">
      <dgm:prSet/>
      <dgm:spPr/>
      <dgm:t>
        <a:bodyPr/>
        <a:lstStyle/>
        <a:p>
          <a:endParaRPr lang="en-US"/>
        </a:p>
      </dgm:t>
    </dgm:pt>
    <dgm:pt modelId="{80A6C34C-94C7-4ADA-8670-E3D3D22C0FF0}" type="sibTrans" cxnId="{39C7CDE3-217C-43B6-8409-6AB21F3C1181}">
      <dgm:prSet/>
      <dgm:spPr/>
      <dgm:t>
        <a:bodyPr/>
        <a:lstStyle/>
        <a:p>
          <a:endParaRPr lang="en-US"/>
        </a:p>
      </dgm:t>
    </dgm:pt>
    <dgm:pt modelId="{4DEAEEE9-B429-437C-BD23-7A9C7792B780}" type="pres">
      <dgm:prSet presAssocID="{D50BD071-0E76-4C04-914D-DD16DE0C8D6F}" presName="matrix" presStyleCnt="0">
        <dgm:presLayoutVars>
          <dgm:chMax val="1"/>
          <dgm:dir/>
          <dgm:resizeHandles val="exact"/>
        </dgm:presLayoutVars>
      </dgm:prSet>
      <dgm:spPr/>
    </dgm:pt>
    <dgm:pt modelId="{8F615885-75EA-49C6-84B6-D9EBCCA038A3}" type="pres">
      <dgm:prSet presAssocID="{D50BD071-0E76-4C04-914D-DD16DE0C8D6F}" presName="diamond" presStyleLbl="bgShp" presStyleIdx="0" presStyleCnt="1"/>
      <dgm:spPr/>
    </dgm:pt>
    <dgm:pt modelId="{C9EF8379-794B-4E00-8A5F-40D547BDE5CD}" type="pres">
      <dgm:prSet presAssocID="{D50BD071-0E76-4C04-914D-DD16DE0C8D6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BAC663F-DB53-4120-9FF5-74FB0AA8E6D5}" type="pres">
      <dgm:prSet presAssocID="{D50BD071-0E76-4C04-914D-DD16DE0C8D6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09FC96B-0E1C-470A-B060-6FE473A6B6CB}" type="pres">
      <dgm:prSet presAssocID="{D50BD071-0E76-4C04-914D-DD16DE0C8D6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D8F81FA-B265-4CF5-B9C5-FA478878F211}" type="pres">
      <dgm:prSet presAssocID="{D50BD071-0E76-4C04-914D-DD16DE0C8D6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93C4002-4660-4CA1-8763-4D0E3A179EFD}" type="presOf" srcId="{BE4C1573-535B-46EE-A2CC-8F4F284DA49D}" destId="{1D8F81FA-B265-4CF5-B9C5-FA478878F211}" srcOrd="0" destOrd="0" presId="urn:microsoft.com/office/officeart/2005/8/layout/matrix3"/>
    <dgm:cxn modelId="{DAC1481C-B2FC-426A-8C53-B27C9C452CEA}" type="presOf" srcId="{1F5C9438-6BC8-45D9-BC04-6211DE2A155E}" destId="{209FC96B-0E1C-470A-B060-6FE473A6B6CB}" srcOrd="0" destOrd="0" presId="urn:microsoft.com/office/officeart/2005/8/layout/matrix3"/>
    <dgm:cxn modelId="{D862CE1F-A929-4130-8E66-46BBF841968A}" srcId="{D50BD071-0E76-4C04-914D-DD16DE0C8D6F}" destId="{1F5C9438-6BC8-45D9-BC04-6211DE2A155E}" srcOrd="2" destOrd="0" parTransId="{DB671FA6-B015-4EFE-A45B-350F1BF4E2D4}" sibTransId="{91E1213C-D2EE-4F06-81E5-CCDFB7BF40EB}"/>
    <dgm:cxn modelId="{B7B3A529-B3DF-42D4-ABBD-155049004D41}" srcId="{D50BD071-0E76-4C04-914D-DD16DE0C8D6F}" destId="{73F9172E-D0A0-4D22-AF73-8F0E27BE17F7}" srcOrd="1" destOrd="0" parTransId="{478B561C-C516-436C-98E3-BB7DF32F0DB8}" sibTransId="{314D273B-525F-469C-B046-DF35CC9E5B25}"/>
    <dgm:cxn modelId="{CE5C7384-0F49-4879-8302-F25E73B6947F}" srcId="{D50BD071-0E76-4C04-914D-DD16DE0C8D6F}" destId="{D20698A8-8866-40D2-BBDF-7ED25BB58C1D}" srcOrd="0" destOrd="0" parTransId="{FB6014B8-DC18-4D0A-A144-F7C0EC13F0E1}" sibTransId="{4856EEF4-6F76-4858-96C0-8AE10C0F4461}"/>
    <dgm:cxn modelId="{49A97DC2-FC1F-4FF7-9C34-C5F21DEC6669}" type="presOf" srcId="{D50BD071-0E76-4C04-914D-DD16DE0C8D6F}" destId="{4DEAEEE9-B429-437C-BD23-7A9C7792B780}" srcOrd="0" destOrd="0" presId="urn:microsoft.com/office/officeart/2005/8/layout/matrix3"/>
    <dgm:cxn modelId="{39C7CDE3-217C-43B6-8409-6AB21F3C1181}" srcId="{D50BD071-0E76-4C04-914D-DD16DE0C8D6F}" destId="{BE4C1573-535B-46EE-A2CC-8F4F284DA49D}" srcOrd="3" destOrd="0" parTransId="{17846D5E-4EBE-48AF-8A70-4BB94AD7FC9A}" sibTransId="{80A6C34C-94C7-4ADA-8670-E3D3D22C0FF0}"/>
    <dgm:cxn modelId="{4E8D8CFC-AEFC-4EB5-A579-0891A1A527AA}" type="presOf" srcId="{73F9172E-D0A0-4D22-AF73-8F0E27BE17F7}" destId="{3BAC663F-DB53-4120-9FF5-74FB0AA8E6D5}" srcOrd="0" destOrd="0" presId="urn:microsoft.com/office/officeart/2005/8/layout/matrix3"/>
    <dgm:cxn modelId="{049FDFFE-1743-45E0-858D-15679238DC0B}" type="presOf" srcId="{D20698A8-8866-40D2-BBDF-7ED25BB58C1D}" destId="{C9EF8379-794B-4E00-8A5F-40D547BDE5CD}" srcOrd="0" destOrd="0" presId="urn:microsoft.com/office/officeart/2005/8/layout/matrix3"/>
    <dgm:cxn modelId="{D42A6E69-ED8E-4C0B-A4C4-9E8256B22CE3}" type="presParOf" srcId="{4DEAEEE9-B429-437C-BD23-7A9C7792B780}" destId="{8F615885-75EA-49C6-84B6-D9EBCCA038A3}" srcOrd="0" destOrd="0" presId="urn:microsoft.com/office/officeart/2005/8/layout/matrix3"/>
    <dgm:cxn modelId="{ADA62347-609B-4EAD-8C77-4184B396FFB7}" type="presParOf" srcId="{4DEAEEE9-B429-437C-BD23-7A9C7792B780}" destId="{C9EF8379-794B-4E00-8A5F-40D547BDE5CD}" srcOrd="1" destOrd="0" presId="urn:microsoft.com/office/officeart/2005/8/layout/matrix3"/>
    <dgm:cxn modelId="{604A38BC-BD9F-4B20-B058-5EE6ACE2EE54}" type="presParOf" srcId="{4DEAEEE9-B429-437C-BD23-7A9C7792B780}" destId="{3BAC663F-DB53-4120-9FF5-74FB0AA8E6D5}" srcOrd="2" destOrd="0" presId="urn:microsoft.com/office/officeart/2005/8/layout/matrix3"/>
    <dgm:cxn modelId="{4D89A003-E40F-4155-999D-B4C95B02EF5B}" type="presParOf" srcId="{4DEAEEE9-B429-437C-BD23-7A9C7792B780}" destId="{209FC96B-0E1C-470A-B060-6FE473A6B6CB}" srcOrd="3" destOrd="0" presId="urn:microsoft.com/office/officeart/2005/8/layout/matrix3"/>
    <dgm:cxn modelId="{11AC2CAE-2E92-4246-B1FC-54D2188E7FEB}" type="presParOf" srcId="{4DEAEEE9-B429-437C-BD23-7A9C7792B780}" destId="{1D8F81FA-B265-4CF5-B9C5-FA478878F21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D0151C-DC8C-4CF8-99EE-76B59608595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86957A2-F4FF-4CEA-A74D-583CC4484A9B}">
      <dgm:prSet/>
      <dgm:spPr/>
      <dgm:t>
        <a:bodyPr/>
        <a:lstStyle/>
        <a:p>
          <a:r>
            <a:rPr lang="ro-RO" b="0" noProof="1"/>
            <a:t>Aceasta este partea centrală a algoritmului:</a:t>
          </a:r>
          <a:endParaRPr lang="ro-RO" noProof="1"/>
        </a:p>
      </dgm:t>
    </dgm:pt>
    <dgm:pt modelId="{DA26F3DC-D410-4EE3-8DF9-2C58B3769B54}" type="parTrans" cxnId="{F65D096A-35B8-41F6-A579-970D77FFA7AE}">
      <dgm:prSet/>
      <dgm:spPr/>
      <dgm:t>
        <a:bodyPr/>
        <a:lstStyle/>
        <a:p>
          <a:endParaRPr lang="en-US"/>
        </a:p>
      </dgm:t>
    </dgm:pt>
    <dgm:pt modelId="{A1A1D637-EB86-4037-B1C3-B5E01E30CE48}" type="sibTrans" cxnId="{F65D096A-35B8-41F6-A579-970D77FFA7AE}">
      <dgm:prSet/>
      <dgm:spPr/>
      <dgm:t>
        <a:bodyPr/>
        <a:lstStyle/>
        <a:p>
          <a:endParaRPr lang="en-US"/>
        </a:p>
      </dgm:t>
    </dgm:pt>
    <dgm:pt modelId="{C0564245-4862-4BA8-9DFB-38C8036D11E7}">
      <dgm:prSet/>
      <dgm:spPr/>
      <dgm:t>
        <a:bodyPr/>
        <a:lstStyle/>
        <a:p>
          <a:r>
            <a:rPr lang="ro-RO" b="0" noProof="1"/>
            <a:t>1️⃣ Se generează lista inițială de cuvinte posibile.</a:t>
          </a:r>
          <a:endParaRPr lang="ro-RO" noProof="1"/>
        </a:p>
      </dgm:t>
    </dgm:pt>
    <dgm:pt modelId="{4C683837-32BB-43C2-8412-582914D70D28}" type="parTrans" cxnId="{AC14F76A-599F-4B45-ABE3-00CCEC0526CA}">
      <dgm:prSet/>
      <dgm:spPr/>
      <dgm:t>
        <a:bodyPr/>
        <a:lstStyle/>
        <a:p>
          <a:endParaRPr lang="en-US"/>
        </a:p>
      </dgm:t>
    </dgm:pt>
    <dgm:pt modelId="{6EE6AD2C-E083-416D-ADB9-36E9F7653966}" type="sibTrans" cxnId="{AC14F76A-599F-4B45-ABE3-00CCEC0526CA}">
      <dgm:prSet/>
      <dgm:spPr/>
      <dgm:t>
        <a:bodyPr/>
        <a:lstStyle/>
        <a:p>
          <a:endParaRPr lang="en-US"/>
        </a:p>
      </dgm:t>
    </dgm:pt>
    <dgm:pt modelId="{9B754655-6E38-4994-AD05-D3F7734EFBA3}">
      <dgm:prSet/>
      <dgm:spPr/>
      <dgm:t>
        <a:bodyPr/>
        <a:lstStyle/>
        <a:p>
          <a:r>
            <a:rPr lang="ro-RO" b="0" noProof="1"/>
            <a:t>2️⃣ Se calculează frecvența literelor necunoscute.</a:t>
          </a:r>
          <a:endParaRPr lang="ro-RO" noProof="1"/>
        </a:p>
      </dgm:t>
    </dgm:pt>
    <dgm:pt modelId="{CC8CE9E8-304B-428E-A040-2482C34A8D2F}" type="parTrans" cxnId="{38B0C221-4533-4468-9E96-4C4622DC69FE}">
      <dgm:prSet/>
      <dgm:spPr/>
      <dgm:t>
        <a:bodyPr/>
        <a:lstStyle/>
        <a:p>
          <a:endParaRPr lang="en-US"/>
        </a:p>
      </dgm:t>
    </dgm:pt>
    <dgm:pt modelId="{89B24163-EF48-458B-A83D-6B7BF30D0E7B}" type="sibTrans" cxnId="{38B0C221-4533-4468-9E96-4C4622DC69FE}">
      <dgm:prSet/>
      <dgm:spPr/>
      <dgm:t>
        <a:bodyPr/>
        <a:lstStyle/>
        <a:p>
          <a:endParaRPr lang="en-US"/>
        </a:p>
      </dgm:t>
    </dgm:pt>
    <dgm:pt modelId="{7E746F2E-53E6-481F-9E3D-03F50635427C}">
      <dgm:prSet/>
      <dgm:spPr/>
      <dgm:t>
        <a:bodyPr/>
        <a:lstStyle/>
        <a:p>
          <a:r>
            <a:rPr lang="ro-RO" b="0" noProof="1"/>
            <a:t>3️⃣ Se alege litera cea mai frecventă.</a:t>
          </a:r>
          <a:endParaRPr lang="ro-RO" noProof="1"/>
        </a:p>
      </dgm:t>
    </dgm:pt>
    <dgm:pt modelId="{A32E3F8A-7F8A-4B9C-BC63-CCD4D8482A28}" type="parTrans" cxnId="{38384E12-A045-48F4-9B60-826370C6FB02}">
      <dgm:prSet/>
      <dgm:spPr/>
      <dgm:t>
        <a:bodyPr/>
        <a:lstStyle/>
        <a:p>
          <a:endParaRPr lang="en-US"/>
        </a:p>
      </dgm:t>
    </dgm:pt>
    <dgm:pt modelId="{E41D8789-37CF-4BB5-9FF4-6011049F616A}" type="sibTrans" cxnId="{38384E12-A045-48F4-9B60-826370C6FB02}">
      <dgm:prSet/>
      <dgm:spPr/>
      <dgm:t>
        <a:bodyPr/>
        <a:lstStyle/>
        <a:p>
          <a:endParaRPr lang="en-US"/>
        </a:p>
      </dgm:t>
    </dgm:pt>
    <dgm:pt modelId="{BEF0CC3E-6B62-474C-B53A-1CF904FAB383}">
      <dgm:prSet/>
      <dgm:spPr/>
      <dgm:t>
        <a:bodyPr/>
        <a:lstStyle/>
        <a:p>
          <a:r>
            <a:rPr lang="ro-RO" b="0" noProof="1"/>
            <a:t>4️⃣ Se actualizează pattern-ul și se repetă procesul.</a:t>
          </a:r>
          <a:endParaRPr lang="ro-RO" noProof="1"/>
        </a:p>
      </dgm:t>
    </dgm:pt>
    <dgm:pt modelId="{6CD623CC-C7AB-4196-8172-77A91EA7E359}" type="parTrans" cxnId="{9FEC274F-2A0E-4987-87FC-8BE7AF9F8303}">
      <dgm:prSet/>
      <dgm:spPr/>
      <dgm:t>
        <a:bodyPr/>
        <a:lstStyle/>
        <a:p>
          <a:endParaRPr lang="en-US"/>
        </a:p>
      </dgm:t>
    </dgm:pt>
    <dgm:pt modelId="{77266120-80D0-4D20-A5E1-C1D12155FC47}" type="sibTrans" cxnId="{9FEC274F-2A0E-4987-87FC-8BE7AF9F8303}">
      <dgm:prSet/>
      <dgm:spPr/>
      <dgm:t>
        <a:bodyPr/>
        <a:lstStyle/>
        <a:p>
          <a:endParaRPr lang="en-US"/>
        </a:p>
      </dgm:t>
    </dgm:pt>
    <dgm:pt modelId="{666414C6-FD28-4F4E-A406-07F5BBEA2836}">
      <dgm:prSet/>
      <dgm:spPr/>
      <dgm:t>
        <a:bodyPr/>
        <a:lstStyle/>
        <a:p>
          <a:r>
            <a:rPr lang="ro-RO" b="0" noProof="1"/>
            <a:t>5️⃣ La final se obține cuvântul complet sau se eșuează.</a:t>
          </a:r>
          <a:endParaRPr lang="ro-RO" noProof="1"/>
        </a:p>
      </dgm:t>
    </dgm:pt>
    <dgm:pt modelId="{20E357DD-0FFE-40FD-8179-864558150359}" type="parTrans" cxnId="{1042F885-424F-48C0-9D89-05A968BF028B}">
      <dgm:prSet/>
      <dgm:spPr/>
      <dgm:t>
        <a:bodyPr/>
        <a:lstStyle/>
        <a:p>
          <a:endParaRPr lang="en-US"/>
        </a:p>
      </dgm:t>
    </dgm:pt>
    <dgm:pt modelId="{0F2633E2-EC38-4CA4-94B2-D1DCACA550A1}" type="sibTrans" cxnId="{1042F885-424F-48C0-9D89-05A968BF028B}">
      <dgm:prSet/>
      <dgm:spPr/>
      <dgm:t>
        <a:bodyPr/>
        <a:lstStyle/>
        <a:p>
          <a:endParaRPr lang="en-US"/>
        </a:p>
      </dgm:t>
    </dgm:pt>
    <dgm:pt modelId="{0FE38879-2AB9-4E48-93BF-D0210841C5D1}" type="pres">
      <dgm:prSet presAssocID="{75D0151C-DC8C-4CF8-99EE-76B596085957}" presName="linear" presStyleCnt="0">
        <dgm:presLayoutVars>
          <dgm:animLvl val="lvl"/>
          <dgm:resizeHandles val="exact"/>
        </dgm:presLayoutVars>
      </dgm:prSet>
      <dgm:spPr/>
    </dgm:pt>
    <dgm:pt modelId="{E3D38920-E15C-463F-9266-00C9432DCA2B}" type="pres">
      <dgm:prSet presAssocID="{186957A2-F4FF-4CEA-A74D-583CC4484A9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6864524-C48E-43CC-A066-B11A775C2AB2}" type="pres">
      <dgm:prSet presAssocID="{A1A1D637-EB86-4037-B1C3-B5E01E30CE48}" presName="spacer" presStyleCnt="0"/>
      <dgm:spPr/>
    </dgm:pt>
    <dgm:pt modelId="{082E3E1C-AA23-48D6-BB50-7FCBBEA8A922}" type="pres">
      <dgm:prSet presAssocID="{C0564245-4862-4BA8-9DFB-38C8036D11E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2D57CD7-2BB5-4A3A-9310-319647C37C3A}" type="pres">
      <dgm:prSet presAssocID="{6EE6AD2C-E083-416D-ADB9-36E9F7653966}" presName="spacer" presStyleCnt="0"/>
      <dgm:spPr/>
    </dgm:pt>
    <dgm:pt modelId="{F95BE2C3-56F5-45F3-B6BF-C713E1A889F1}" type="pres">
      <dgm:prSet presAssocID="{9B754655-6E38-4994-AD05-D3F7734EFBA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75BE709-483B-4E55-ACAA-97C410CC8D67}" type="pres">
      <dgm:prSet presAssocID="{89B24163-EF48-458B-A83D-6B7BF30D0E7B}" presName="spacer" presStyleCnt="0"/>
      <dgm:spPr/>
    </dgm:pt>
    <dgm:pt modelId="{99EF1977-F014-43EC-9859-8141E2398F5D}" type="pres">
      <dgm:prSet presAssocID="{7E746F2E-53E6-481F-9E3D-03F50635427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D1656FE-EA86-4316-BD74-054BB76D5453}" type="pres">
      <dgm:prSet presAssocID="{E41D8789-37CF-4BB5-9FF4-6011049F616A}" presName="spacer" presStyleCnt="0"/>
      <dgm:spPr/>
    </dgm:pt>
    <dgm:pt modelId="{48F458BD-24AC-4ABA-AE99-1E089FE5117B}" type="pres">
      <dgm:prSet presAssocID="{BEF0CC3E-6B62-474C-B53A-1CF904FAB38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86A1FD6-379F-43B3-8EA8-BCAD0E98AC63}" type="pres">
      <dgm:prSet presAssocID="{77266120-80D0-4D20-A5E1-C1D12155FC47}" presName="spacer" presStyleCnt="0"/>
      <dgm:spPr/>
    </dgm:pt>
    <dgm:pt modelId="{0790856B-F23A-4C18-AAE2-B8C010D694D7}" type="pres">
      <dgm:prSet presAssocID="{666414C6-FD28-4F4E-A406-07F5BBEA283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38384E12-A045-48F4-9B60-826370C6FB02}" srcId="{75D0151C-DC8C-4CF8-99EE-76B596085957}" destId="{7E746F2E-53E6-481F-9E3D-03F50635427C}" srcOrd="3" destOrd="0" parTransId="{A32E3F8A-7F8A-4B9C-BC63-CCD4D8482A28}" sibTransId="{E41D8789-37CF-4BB5-9FF4-6011049F616A}"/>
    <dgm:cxn modelId="{850D9719-880D-4C48-A6F3-F80C751BE9FB}" type="presOf" srcId="{666414C6-FD28-4F4E-A406-07F5BBEA2836}" destId="{0790856B-F23A-4C18-AAE2-B8C010D694D7}" srcOrd="0" destOrd="0" presId="urn:microsoft.com/office/officeart/2005/8/layout/vList2"/>
    <dgm:cxn modelId="{38B0C221-4533-4468-9E96-4C4622DC69FE}" srcId="{75D0151C-DC8C-4CF8-99EE-76B596085957}" destId="{9B754655-6E38-4994-AD05-D3F7734EFBA3}" srcOrd="2" destOrd="0" parTransId="{CC8CE9E8-304B-428E-A040-2482C34A8D2F}" sibTransId="{89B24163-EF48-458B-A83D-6B7BF30D0E7B}"/>
    <dgm:cxn modelId="{8910EF2C-5489-4593-A629-2A009F4D4C4B}" type="presOf" srcId="{BEF0CC3E-6B62-474C-B53A-1CF904FAB383}" destId="{48F458BD-24AC-4ABA-AE99-1E089FE5117B}" srcOrd="0" destOrd="0" presId="urn:microsoft.com/office/officeart/2005/8/layout/vList2"/>
    <dgm:cxn modelId="{33241A36-87E2-4035-A6E4-95ADBED41A26}" type="presOf" srcId="{C0564245-4862-4BA8-9DFB-38C8036D11E7}" destId="{082E3E1C-AA23-48D6-BB50-7FCBBEA8A922}" srcOrd="0" destOrd="0" presId="urn:microsoft.com/office/officeart/2005/8/layout/vList2"/>
    <dgm:cxn modelId="{B5CADC5F-0D85-4203-BA1F-4FFF87F1BDF1}" type="presOf" srcId="{75D0151C-DC8C-4CF8-99EE-76B596085957}" destId="{0FE38879-2AB9-4E48-93BF-D0210841C5D1}" srcOrd="0" destOrd="0" presId="urn:microsoft.com/office/officeart/2005/8/layout/vList2"/>
    <dgm:cxn modelId="{F65D096A-35B8-41F6-A579-970D77FFA7AE}" srcId="{75D0151C-DC8C-4CF8-99EE-76B596085957}" destId="{186957A2-F4FF-4CEA-A74D-583CC4484A9B}" srcOrd="0" destOrd="0" parTransId="{DA26F3DC-D410-4EE3-8DF9-2C58B3769B54}" sibTransId="{A1A1D637-EB86-4037-B1C3-B5E01E30CE48}"/>
    <dgm:cxn modelId="{AC14F76A-599F-4B45-ABE3-00CCEC0526CA}" srcId="{75D0151C-DC8C-4CF8-99EE-76B596085957}" destId="{C0564245-4862-4BA8-9DFB-38C8036D11E7}" srcOrd="1" destOrd="0" parTransId="{4C683837-32BB-43C2-8412-582914D70D28}" sibTransId="{6EE6AD2C-E083-416D-ADB9-36E9F7653966}"/>
    <dgm:cxn modelId="{BB62F04B-BB4A-49FC-948A-2C2026D71BE0}" type="presOf" srcId="{7E746F2E-53E6-481F-9E3D-03F50635427C}" destId="{99EF1977-F014-43EC-9859-8141E2398F5D}" srcOrd="0" destOrd="0" presId="urn:microsoft.com/office/officeart/2005/8/layout/vList2"/>
    <dgm:cxn modelId="{9FEC274F-2A0E-4987-87FC-8BE7AF9F8303}" srcId="{75D0151C-DC8C-4CF8-99EE-76B596085957}" destId="{BEF0CC3E-6B62-474C-B53A-1CF904FAB383}" srcOrd="4" destOrd="0" parTransId="{6CD623CC-C7AB-4196-8172-77A91EA7E359}" sibTransId="{77266120-80D0-4D20-A5E1-C1D12155FC47}"/>
    <dgm:cxn modelId="{1042F885-424F-48C0-9D89-05A968BF028B}" srcId="{75D0151C-DC8C-4CF8-99EE-76B596085957}" destId="{666414C6-FD28-4F4E-A406-07F5BBEA2836}" srcOrd="5" destOrd="0" parTransId="{20E357DD-0FFE-40FD-8179-864558150359}" sibTransId="{0F2633E2-EC38-4CA4-94B2-D1DCACA550A1}"/>
    <dgm:cxn modelId="{50B3BD9B-28BD-45F2-99C4-F1FE36DEF9FE}" type="presOf" srcId="{9B754655-6E38-4994-AD05-D3F7734EFBA3}" destId="{F95BE2C3-56F5-45F3-B6BF-C713E1A889F1}" srcOrd="0" destOrd="0" presId="urn:microsoft.com/office/officeart/2005/8/layout/vList2"/>
    <dgm:cxn modelId="{1935DCB7-51D3-4186-AFEA-117ADB04C110}" type="presOf" srcId="{186957A2-F4FF-4CEA-A74D-583CC4484A9B}" destId="{E3D38920-E15C-463F-9266-00C9432DCA2B}" srcOrd="0" destOrd="0" presId="urn:microsoft.com/office/officeart/2005/8/layout/vList2"/>
    <dgm:cxn modelId="{91DE0870-3780-4B7A-A24A-81AFFDC1686E}" type="presParOf" srcId="{0FE38879-2AB9-4E48-93BF-D0210841C5D1}" destId="{E3D38920-E15C-463F-9266-00C9432DCA2B}" srcOrd="0" destOrd="0" presId="urn:microsoft.com/office/officeart/2005/8/layout/vList2"/>
    <dgm:cxn modelId="{C11EDD64-3A6E-495C-AE60-C499F8882DEE}" type="presParOf" srcId="{0FE38879-2AB9-4E48-93BF-D0210841C5D1}" destId="{A6864524-C48E-43CC-A066-B11A775C2AB2}" srcOrd="1" destOrd="0" presId="urn:microsoft.com/office/officeart/2005/8/layout/vList2"/>
    <dgm:cxn modelId="{64FB5EF1-BBD8-4311-800C-D882383AD1BF}" type="presParOf" srcId="{0FE38879-2AB9-4E48-93BF-D0210841C5D1}" destId="{082E3E1C-AA23-48D6-BB50-7FCBBEA8A922}" srcOrd="2" destOrd="0" presId="urn:microsoft.com/office/officeart/2005/8/layout/vList2"/>
    <dgm:cxn modelId="{37812C79-D02F-4A1A-B8D9-16AB8650B7C0}" type="presParOf" srcId="{0FE38879-2AB9-4E48-93BF-D0210841C5D1}" destId="{82D57CD7-2BB5-4A3A-9310-319647C37C3A}" srcOrd="3" destOrd="0" presId="urn:microsoft.com/office/officeart/2005/8/layout/vList2"/>
    <dgm:cxn modelId="{9AFD4F83-F8B5-4BF1-B1F5-A37230D270F6}" type="presParOf" srcId="{0FE38879-2AB9-4E48-93BF-D0210841C5D1}" destId="{F95BE2C3-56F5-45F3-B6BF-C713E1A889F1}" srcOrd="4" destOrd="0" presId="urn:microsoft.com/office/officeart/2005/8/layout/vList2"/>
    <dgm:cxn modelId="{3A383F64-C986-475A-996A-4318705FCBDE}" type="presParOf" srcId="{0FE38879-2AB9-4E48-93BF-D0210841C5D1}" destId="{275BE709-483B-4E55-ACAA-97C410CC8D67}" srcOrd="5" destOrd="0" presId="urn:microsoft.com/office/officeart/2005/8/layout/vList2"/>
    <dgm:cxn modelId="{90156F55-4C2A-404D-AAB2-EE32C237D1B4}" type="presParOf" srcId="{0FE38879-2AB9-4E48-93BF-D0210841C5D1}" destId="{99EF1977-F014-43EC-9859-8141E2398F5D}" srcOrd="6" destOrd="0" presId="urn:microsoft.com/office/officeart/2005/8/layout/vList2"/>
    <dgm:cxn modelId="{085B3C86-B360-4917-997A-81BE51010F70}" type="presParOf" srcId="{0FE38879-2AB9-4E48-93BF-D0210841C5D1}" destId="{DD1656FE-EA86-4316-BD74-054BB76D5453}" srcOrd="7" destOrd="0" presId="urn:microsoft.com/office/officeart/2005/8/layout/vList2"/>
    <dgm:cxn modelId="{6737EB71-77AE-456F-B9E6-DBCE7504D4A0}" type="presParOf" srcId="{0FE38879-2AB9-4E48-93BF-D0210841C5D1}" destId="{48F458BD-24AC-4ABA-AE99-1E089FE5117B}" srcOrd="8" destOrd="0" presId="urn:microsoft.com/office/officeart/2005/8/layout/vList2"/>
    <dgm:cxn modelId="{620E03E6-7FCA-408C-9288-289BD73F01F7}" type="presParOf" srcId="{0FE38879-2AB9-4E48-93BF-D0210841C5D1}" destId="{786A1FD6-379F-43B3-8EA8-BCAD0E98AC63}" srcOrd="9" destOrd="0" presId="urn:microsoft.com/office/officeart/2005/8/layout/vList2"/>
    <dgm:cxn modelId="{696F21EC-8B1B-4062-936B-0E6B5F668FA9}" type="presParOf" srcId="{0FE38879-2AB9-4E48-93BF-D0210841C5D1}" destId="{0790856B-F23A-4C18-AAE2-B8C010D694D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A4656A5-875D-45C6-B17A-3F02D661C93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AA4957-6A19-44FD-82F7-769ACFA96301}">
      <dgm:prSet/>
      <dgm:spPr/>
      <dgm:t>
        <a:bodyPr/>
        <a:lstStyle/>
        <a:p>
          <a:r>
            <a:rPr lang="ro-RO" b="0" noProof="1"/>
            <a:t>• Apelează citirea jocurilor din fișier.</a:t>
          </a:r>
          <a:endParaRPr lang="ro-RO" noProof="1"/>
        </a:p>
      </dgm:t>
    </dgm:pt>
    <dgm:pt modelId="{7D75DF92-E771-4CA9-B7D3-3AA130DAA956}" type="parTrans" cxnId="{DE809A8A-29EC-44E2-9CAC-8EA375AA36B0}">
      <dgm:prSet/>
      <dgm:spPr/>
      <dgm:t>
        <a:bodyPr/>
        <a:lstStyle/>
        <a:p>
          <a:endParaRPr lang="en-US"/>
        </a:p>
      </dgm:t>
    </dgm:pt>
    <dgm:pt modelId="{25B2C2CC-F800-4FFF-B16A-A81B89E83EC8}" type="sibTrans" cxnId="{DE809A8A-29EC-44E2-9CAC-8EA375AA36B0}">
      <dgm:prSet/>
      <dgm:spPr/>
      <dgm:t>
        <a:bodyPr/>
        <a:lstStyle/>
        <a:p>
          <a:endParaRPr lang="en-US"/>
        </a:p>
      </dgm:t>
    </dgm:pt>
    <dgm:pt modelId="{00D54FA6-EB96-4215-8D49-876FBE726F75}">
      <dgm:prSet/>
      <dgm:spPr/>
      <dgm:t>
        <a:bodyPr/>
        <a:lstStyle/>
        <a:p>
          <a:r>
            <a:rPr lang="ro-RO" b="0" noProof="1"/>
            <a:t>• Rulează rezolvarea pentru fiecare joc.</a:t>
          </a:r>
          <a:endParaRPr lang="ro-RO" noProof="1"/>
        </a:p>
      </dgm:t>
    </dgm:pt>
    <dgm:pt modelId="{9EEAE6A2-B4BB-4CD1-8C10-6B0888A55A62}" type="parTrans" cxnId="{C3ADC4CB-884F-49B3-9AC7-E4B0C91D1317}">
      <dgm:prSet/>
      <dgm:spPr/>
      <dgm:t>
        <a:bodyPr/>
        <a:lstStyle/>
        <a:p>
          <a:endParaRPr lang="en-US"/>
        </a:p>
      </dgm:t>
    </dgm:pt>
    <dgm:pt modelId="{BE0916A8-03B1-4A91-87FE-D6BD245FC3B6}" type="sibTrans" cxnId="{C3ADC4CB-884F-49B3-9AC7-E4B0C91D1317}">
      <dgm:prSet/>
      <dgm:spPr/>
      <dgm:t>
        <a:bodyPr/>
        <a:lstStyle/>
        <a:p>
          <a:endParaRPr lang="en-US"/>
        </a:p>
      </dgm:t>
    </dgm:pt>
    <dgm:pt modelId="{1295DAD6-2875-46F2-8E5E-2FEFE5871C24}">
      <dgm:prSet/>
      <dgm:spPr/>
      <dgm:t>
        <a:bodyPr/>
        <a:lstStyle/>
        <a:p>
          <a:r>
            <a:rPr lang="ro-RO" b="0" noProof="1"/>
            <a:t>• Salvează rezultatele într-un fișier 'rezultate.txt'.</a:t>
          </a:r>
          <a:endParaRPr lang="ro-RO" noProof="1"/>
        </a:p>
      </dgm:t>
    </dgm:pt>
    <dgm:pt modelId="{36D6FA1B-E1BF-42B8-93B1-284B72C50B74}" type="parTrans" cxnId="{1D91E429-BD23-4E82-8A05-A625717CF825}">
      <dgm:prSet/>
      <dgm:spPr/>
      <dgm:t>
        <a:bodyPr/>
        <a:lstStyle/>
        <a:p>
          <a:endParaRPr lang="en-US"/>
        </a:p>
      </dgm:t>
    </dgm:pt>
    <dgm:pt modelId="{4D420701-D314-41CD-AD44-755BBAC3860D}" type="sibTrans" cxnId="{1D91E429-BD23-4E82-8A05-A625717CF825}">
      <dgm:prSet/>
      <dgm:spPr/>
      <dgm:t>
        <a:bodyPr/>
        <a:lstStyle/>
        <a:p>
          <a:endParaRPr lang="en-US"/>
        </a:p>
      </dgm:t>
    </dgm:pt>
    <dgm:pt modelId="{9B8063D9-72A1-445D-9B86-6245BADB99C8}">
      <dgm:prSet/>
      <dgm:spPr/>
      <dgm:t>
        <a:bodyPr/>
        <a:lstStyle/>
        <a:p>
          <a:r>
            <a:rPr lang="ro-RO" b="0" noProof="1"/>
            <a:t>• Afișează pe ecran totalul încercărilor și eventualele erori.</a:t>
          </a:r>
          <a:endParaRPr lang="ro-RO" noProof="1"/>
        </a:p>
      </dgm:t>
    </dgm:pt>
    <dgm:pt modelId="{775B9EA8-B365-4A66-9AE6-12D63D65C51F}" type="parTrans" cxnId="{CFA6E1E0-8FB3-4BCD-B1AA-B70CC82F0135}">
      <dgm:prSet/>
      <dgm:spPr/>
      <dgm:t>
        <a:bodyPr/>
        <a:lstStyle/>
        <a:p>
          <a:endParaRPr lang="en-US"/>
        </a:p>
      </dgm:t>
    </dgm:pt>
    <dgm:pt modelId="{3DC9A9AD-4C4B-4ED1-B777-0F9612BB0E96}" type="sibTrans" cxnId="{CFA6E1E0-8FB3-4BCD-B1AA-B70CC82F0135}">
      <dgm:prSet/>
      <dgm:spPr/>
      <dgm:t>
        <a:bodyPr/>
        <a:lstStyle/>
        <a:p>
          <a:endParaRPr lang="en-US"/>
        </a:p>
      </dgm:t>
    </dgm:pt>
    <dgm:pt modelId="{3AF3C73F-DAC4-49CA-BF03-6F39D668729E}" type="pres">
      <dgm:prSet presAssocID="{CA4656A5-875D-45C6-B17A-3F02D661C932}" presName="vert0" presStyleCnt="0">
        <dgm:presLayoutVars>
          <dgm:dir/>
          <dgm:animOne val="branch"/>
          <dgm:animLvl val="lvl"/>
        </dgm:presLayoutVars>
      </dgm:prSet>
      <dgm:spPr/>
    </dgm:pt>
    <dgm:pt modelId="{6F8C79AD-CA24-4AB2-9DED-2E5CB7B24DB4}" type="pres">
      <dgm:prSet presAssocID="{55AA4957-6A19-44FD-82F7-769ACFA96301}" presName="thickLine" presStyleLbl="alignNode1" presStyleIdx="0" presStyleCnt="4"/>
      <dgm:spPr/>
    </dgm:pt>
    <dgm:pt modelId="{22AB9A40-381F-458B-9E58-9963C62BB423}" type="pres">
      <dgm:prSet presAssocID="{55AA4957-6A19-44FD-82F7-769ACFA96301}" presName="horz1" presStyleCnt="0"/>
      <dgm:spPr/>
    </dgm:pt>
    <dgm:pt modelId="{14EB5C48-14D6-44EC-940E-1C3C4F0B8BAC}" type="pres">
      <dgm:prSet presAssocID="{55AA4957-6A19-44FD-82F7-769ACFA96301}" presName="tx1" presStyleLbl="revTx" presStyleIdx="0" presStyleCnt="4"/>
      <dgm:spPr/>
    </dgm:pt>
    <dgm:pt modelId="{496E5DAB-82A5-4A4D-A6C1-3DF06A12C945}" type="pres">
      <dgm:prSet presAssocID="{55AA4957-6A19-44FD-82F7-769ACFA96301}" presName="vert1" presStyleCnt="0"/>
      <dgm:spPr/>
    </dgm:pt>
    <dgm:pt modelId="{D6B3FF45-9DBF-429C-9E90-D5F8205AE6B0}" type="pres">
      <dgm:prSet presAssocID="{00D54FA6-EB96-4215-8D49-876FBE726F75}" presName="thickLine" presStyleLbl="alignNode1" presStyleIdx="1" presStyleCnt="4"/>
      <dgm:spPr/>
    </dgm:pt>
    <dgm:pt modelId="{E8055ECE-F520-48AF-82B7-CC0C2E8240C0}" type="pres">
      <dgm:prSet presAssocID="{00D54FA6-EB96-4215-8D49-876FBE726F75}" presName="horz1" presStyleCnt="0"/>
      <dgm:spPr/>
    </dgm:pt>
    <dgm:pt modelId="{3D18F5A8-109F-4F44-9E83-1B969138EE3C}" type="pres">
      <dgm:prSet presAssocID="{00D54FA6-EB96-4215-8D49-876FBE726F75}" presName="tx1" presStyleLbl="revTx" presStyleIdx="1" presStyleCnt="4"/>
      <dgm:spPr/>
    </dgm:pt>
    <dgm:pt modelId="{1824A4D4-FEB2-4AEC-94BA-38CD7FE2D7D3}" type="pres">
      <dgm:prSet presAssocID="{00D54FA6-EB96-4215-8D49-876FBE726F75}" presName="vert1" presStyleCnt="0"/>
      <dgm:spPr/>
    </dgm:pt>
    <dgm:pt modelId="{29838B8D-063A-4BEF-B77F-0E19DB4A46C9}" type="pres">
      <dgm:prSet presAssocID="{1295DAD6-2875-46F2-8E5E-2FEFE5871C24}" presName="thickLine" presStyleLbl="alignNode1" presStyleIdx="2" presStyleCnt="4"/>
      <dgm:spPr/>
    </dgm:pt>
    <dgm:pt modelId="{60858249-ADF0-47C3-B9E8-C25D7667DDC6}" type="pres">
      <dgm:prSet presAssocID="{1295DAD6-2875-46F2-8E5E-2FEFE5871C24}" presName="horz1" presStyleCnt="0"/>
      <dgm:spPr/>
    </dgm:pt>
    <dgm:pt modelId="{3068E6CD-836E-4ACA-9A5D-348BBE4B4281}" type="pres">
      <dgm:prSet presAssocID="{1295DAD6-2875-46F2-8E5E-2FEFE5871C24}" presName="tx1" presStyleLbl="revTx" presStyleIdx="2" presStyleCnt="4"/>
      <dgm:spPr/>
    </dgm:pt>
    <dgm:pt modelId="{FF7ADCC3-08D3-4B33-965A-6A497DCF456D}" type="pres">
      <dgm:prSet presAssocID="{1295DAD6-2875-46F2-8E5E-2FEFE5871C24}" presName="vert1" presStyleCnt="0"/>
      <dgm:spPr/>
    </dgm:pt>
    <dgm:pt modelId="{6BC9F701-8384-4060-A8F4-64B8F2ABC8D4}" type="pres">
      <dgm:prSet presAssocID="{9B8063D9-72A1-445D-9B86-6245BADB99C8}" presName="thickLine" presStyleLbl="alignNode1" presStyleIdx="3" presStyleCnt="4"/>
      <dgm:spPr/>
    </dgm:pt>
    <dgm:pt modelId="{4B63232F-0E16-4BB3-94EF-F1B972507F0D}" type="pres">
      <dgm:prSet presAssocID="{9B8063D9-72A1-445D-9B86-6245BADB99C8}" presName="horz1" presStyleCnt="0"/>
      <dgm:spPr/>
    </dgm:pt>
    <dgm:pt modelId="{D769F5C7-E3C1-487A-A381-B655A4BB07D7}" type="pres">
      <dgm:prSet presAssocID="{9B8063D9-72A1-445D-9B86-6245BADB99C8}" presName="tx1" presStyleLbl="revTx" presStyleIdx="3" presStyleCnt="4"/>
      <dgm:spPr/>
    </dgm:pt>
    <dgm:pt modelId="{A158B2F4-1CBF-47A2-BCA7-0F00A9774734}" type="pres">
      <dgm:prSet presAssocID="{9B8063D9-72A1-445D-9B86-6245BADB99C8}" presName="vert1" presStyleCnt="0"/>
      <dgm:spPr/>
    </dgm:pt>
  </dgm:ptLst>
  <dgm:cxnLst>
    <dgm:cxn modelId="{1D91E429-BD23-4E82-8A05-A625717CF825}" srcId="{CA4656A5-875D-45C6-B17A-3F02D661C932}" destId="{1295DAD6-2875-46F2-8E5E-2FEFE5871C24}" srcOrd="2" destOrd="0" parTransId="{36D6FA1B-E1BF-42B8-93B1-284B72C50B74}" sibTransId="{4D420701-D314-41CD-AD44-755BBAC3860D}"/>
    <dgm:cxn modelId="{D7E9FD85-5A5B-4FD0-8685-06ACD456ACBE}" type="presOf" srcId="{00D54FA6-EB96-4215-8D49-876FBE726F75}" destId="{3D18F5A8-109F-4F44-9E83-1B969138EE3C}" srcOrd="0" destOrd="0" presId="urn:microsoft.com/office/officeart/2008/layout/LinedList"/>
    <dgm:cxn modelId="{DE809A8A-29EC-44E2-9CAC-8EA375AA36B0}" srcId="{CA4656A5-875D-45C6-B17A-3F02D661C932}" destId="{55AA4957-6A19-44FD-82F7-769ACFA96301}" srcOrd="0" destOrd="0" parTransId="{7D75DF92-E771-4CA9-B7D3-3AA130DAA956}" sibTransId="{25B2C2CC-F800-4FFF-B16A-A81B89E83EC8}"/>
    <dgm:cxn modelId="{00D34CB2-D4B4-4646-AEF3-3C4D6F1691A6}" type="presOf" srcId="{9B8063D9-72A1-445D-9B86-6245BADB99C8}" destId="{D769F5C7-E3C1-487A-A381-B655A4BB07D7}" srcOrd="0" destOrd="0" presId="urn:microsoft.com/office/officeart/2008/layout/LinedList"/>
    <dgm:cxn modelId="{3468A6B7-7F01-401B-87B8-D4D33013B08D}" type="presOf" srcId="{1295DAD6-2875-46F2-8E5E-2FEFE5871C24}" destId="{3068E6CD-836E-4ACA-9A5D-348BBE4B4281}" srcOrd="0" destOrd="0" presId="urn:microsoft.com/office/officeart/2008/layout/LinedList"/>
    <dgm:cxn modelId="{FC8509BB-6361-479B-8C6B-75FF491CAD36}" type="presOf" srcId="{CA4656A5-875D-45C6-B17A-3F02D661C932}" destId="{3AF3C73F-DAC4-49CA-BF03-6F39D668729E}" srcOrd="0" destOrd="0" presId="urn:microsoft.com/office/officeart/2008/layout/LinedList"/>
    <dgm:cxn modelId="{C3ADC4CB-884F-49B3-9AC7-E4B0C91D1317}" srcId="{CA4656A5-875D-45C6-B17A-3F02D661C932}" destId="{00D54FA6-EB96-4215-8D49-876FBE726F75}" srcOrd="1" destOrd="0" parTransId="{9EEAE6A2-B4BB-4CD1-8C10-6B0888A55A62}" sibTransId="{BE0916A8-03B1-4A91-87FE-D6BD245FC3B6}"/>
    <dgm:cxn modelId="{CFA6E1E0-8FB3-4BCD-B1AA-B70CC82F0135}" srcId="{CA4656A5-875D-45C6-B17A-3F02D661C932}" destId="{9B8063D9-72A1-445D-9B86-6245BADB99C8}" srcOrd="3" destOrd="0" parTransId="{775B9EA8-B365-4A66-9AE6-12D63D65C51F}" sibTransId="{3DC9A9AD-4C4B-4ED1-B777-0F9612BB0E96}"/>
    <dgm:cxn modelId="{5AB367FE-73BB-4C38-8163-FFC0147A6466}" type="presOf" srcId="{55AA4957-6A19-44FD-82F7-769ACFA96301}" destId="{14EB5C48-14D6-44EC-940E-1C3C4F0B8BAC}" srcOrd="0" destOrd="0" presId="urn:microsoft.com/office/officeart/2008/layout/LinedList"/>
    <dgm:cxn modelId="{7CB97CB8-EF80-4F8D-B6EF-E7D853263E93}" type="presParOf" srcId="{3AF3C73F-DAC4-49CA-BF03-6F39D668729E}" destId="{6F8C79AD-CA24-4AB2-9DED-2E5CB7B24DB4}" srcOrd="0" destOrd="0" presId="urn:microsoft.com/office/officeart/2008/layout/LinedList"/>
    <dgm:cxn modelId="{0435178D-6A90-4597-94B2-30DBA2798948}" type="presParOf" srcId="{3AF3C73F-DAC4-49CA-BF03-6F39D668729E}" destId="{22AB9A40-381F-458B-9E58-9963C62BB423}" srcOrd="1" destOrd="0" presId="urn:microsoft.com/office/officeart/2008/layout/LinedList"/>
    <dgm:cxn modelId="{FDAB5B76-8224-4663-A9D1-403CF63D20F1}" type="presParOf" srcId="{22AB9A40-381F-458B-9E58-9963C62BB423}" destId="{14EB5C48-14D6-44EC-940E-1C3C4F0B8BAC}" srcOrd="0" destOrd="0" presId="urn:microsoft.com/office/officeart/2008/layout/LinedList"/>
    <dgm:cxn modelId="{3231F1E1-5481-41B4-81FD-8E79DD8ED04A}" type="presParOf" srcId="{22AB9A40-381F-458B-9E58-9963C62BB423}" destId="{496E5DAB-82A5-4A4D-A6C1-3DF06A12C945}" srcOrd="1" destOrd="0" presId="urn:microsoft.com/office/officeart/2008/layout/LinedList"/>
    <dgm:cxn modelId="{4FEF862E-6586-4251-B152-BA6E4120887B}" type="presParOf" srcId="{3AF3C73F-DAC4-49CA-BF03-6F39D668729E}" destId="{D6B3FF45-9DBF-429C-9E90-D5F8205AE6B0}" srcOrd="2" destOrd="0" presId="urn:microsoft.com/office/officeart/2008/layout/LinedList"/>
    <dgm:cxn modelId="{F520F5A1-A5AF-4B35-914E-B5B5D5DE20F6}" type="presParOf" srcId="{3AF3C73F-DAC4-49CA-BF03-6F39D668729E}" destId="{E8055ECE-F520-48AF-82B7-CC0C2E8240C0}" srcOrd="3" destOrd="0" presId="urn:microsoft.com/office/officeart/2008/layout/LinedList"/>
    <dgm:cxn modelId="{D4A51078-7073-446D-AF52-8D093391953A}" type="presParOf" srcId="{E8055ECE-F520-48AF-82B7-CC0C2E8240C0}" destId="{3D18F5A8-109F-4F44-9E83-1B969138EE3C}" srcOrd="0" destOrd="0" presId="urn:microsoft.com/office/officeart/2008/layout/LinedList"/>
    <dgm:cxn modelId="{CC35653D-BB53-4EA8-8972-B5FDA32698EB}" type="presParOf" srcId="{E8055ECE-F520-48AF-82B7-CC0C2E8240C0}" destId="{1824A4D4-FEB2-4AEC-94BA-38CD7FE2D7D3}" srcOrd="1" destOrd="0" presId="urn:microsoft.com/office/officeart/2008/layout/LinedList"/>
    <dgm:cxn modelId="{010ADA4B-ADE8-4763-B867-586B693DBD82}" type="presParOf" srcId="{3AF3C73F-DAC4-49CA-BF03-6F39D668729E}" destId="{29838B8D-063A-4BEF-B77F-0E19DB4A46C9}" srcOrd="4" destOrd="0" presId="urn:microsoft.com/office/officeart/2008/layout/LinedList"/>
    <dgm:cxn modelId="{FB99CDED-93A2-4EA3-B799-9412AB532A24}" type="presParOf" srcId="{3AF3C73F-DAC4-49CA-BF03-6F39D668729E}" destId="{60858249-ADF0-47C3-B9E8-C25D7667DDC6}" srcOrd="5" destOrd="0" presId="urn:microsoft.com/office/officeart/2008/layout/LinedList"/>
    <dgm:cxn modelId="{8D8B80FE-7512-45C0-BC98-A40C63596315}" type="presParOf" srcId="{60858249-ADF0-47C3-B9E8-C25D7667DDC6}" destId="{3068E6CD-836E-4ACA-9A5D-348BBE4B4281}" srcOrd="0" destOrd="0" presId="urn:microsoft.com/office/officeart/2008/layout/LinedList"/>
    <dgm:cxn modelId="{AFC3348F-7603-4379-A6D7-A35D971ED3B8}" type="presParOf" srcId="{60858249-ADF0-47C3-B9E8-C25D7667DDC6}" destId="{FF7ADCC3-08D3-4B33-965A-6A497DCF456D}" srcOrd="1" destOrd="0" presId="urn:microsoft.com/office/officeart/2008/layout/LinedList"/>
    <dgm:cxn modelId="{ECCEDD75-6538-4C09-85A8-3C19B28C8349}" type="presParOf" srcId="{3AF3C73F-DAC4-49CA-BF03-6F39D668729E}" destId="{6BC9F701-8384-4060-A8F4-64B8F2ABC8D4}" srcOrd="6" destOrd="0" presId="urn:microsoft.com/office/officeart/2008/layout/LinedList"/>
    <dgm:cxn modelId="{BECF78E9-2A0B-4197-A8E3-67F9A7C4BE35}" type="presParOf" srcId="{3AF3C73F-DAC4-49CA-BF03-6F39D668729E}" destId="{4B63232F-0E16-4BB3-94EF-F1B972507F0D}" srcOrd="7" destOrd="0" presId="urn:microsoft.com/office/officeart/2008/layout/LinedList"/>
    <dgm:cxn modelId="{F7BD8379-BDC4-47DA-BD69-A72A115FFBC1}" type="presParOf" srcId="{4B63232F-0E16-4BB3-94EF-F1B972507F0D}" destId="{D769F5C7-E3C1-487A-A381-B655A4BB07D7}" srcOrd="0" destOrd="0" presId="urn:microsoft.com/office/officeart/2008/layout/LinedList"/>
    <dgm:cxn modelId="{CFA49D8F-83F4-4580-9B68-B787BA190F0E}" type="presParOf" srcId="{4B63232F-0E16-4BB3-94EF-F1B972507F0D}" destId="{A158B2F4-1CBF-47A2-BCA7-0F00A97747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C0555-B486-4943-AE48-08FAE27F5F05}">
      <dsp:nvSpPr>
        <dsp:cNvPr id="0" name=""/>
        <dsp:cNvSpPr/>
      </dsp:nvSpPr>
      <dsp:spPr>
        <a:xfrm>
          <a:off x="0" y="368653"/>
          <a:ext cx="4869656" cy="214804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b="0" kern="1200" noProof="1"/>
            <a:t>Acest proiect implementează un algoritm de rezolvare automată a jocurilor de tip Hangman.</a:t>
          </a:r>
          <a:endParaRPr lang="ro-RO" sz="2500" kern="1200" noProof="1"/>
        </a:p>
      </dsp:txBody>
      <dsp:txXfrm>
        <a:off x="104859" y="473512"/>
        <a:ext cx="4659938" cy="1938328"/>
      </dsp:txXfrm>
    </dsp:sp>
    <dsp:sp modelId="{AFD1984A-7EEB-472B-9D18-8F8C3E8ED496}">
      <dsp:nvSpPr>
        <dsp:cNvPr id="0" name=""/>
        <dsp:cNvSpPr/>
      </dsp:nvSpPr>
      <dsp:spPr>
        <a:xfrm>
          <a:off x="0" y="2588700"/>
          <a:ext cx="4869656" cy="2148046"/>
        </a:xfrm>
        <a:prstGeom prst="roundRect">
          <a:avLst/>
        </a:prstGeom>
        <a:solidFill>
          <a:schemeClr val="accent2">
            <a:hueOff val="1160647"/>
            <a:satOff val="-10343"/>
            <a:lumOff val="-215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b="0" kern="1200" noProof="1"/>
            <a:t>Programul citește datele dintr-un fișier text și încearcă să descopere cuvântul ascuns, ghicind literele în funcție de frecvența lor în cuvintele candidate.</a:t>
          </a:r>
          <a:endParaRPr lang="ro-RO" sz="2500" kern="1200" noProof="1"/>
        </a:p>
      </dsp:txBody>
      <dsp:txXfrm>
        <a:off x="104859" y="2693559"/>
        <a:ext cx="4659938" cy="19383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2C4FAE-8B8D-4CC2-8427-CC93EE03E0DF}">
      <dsp:nvSpPr>
        <dsp:cNvPr id="0" name=""/>
        <dsp:cNvSpPr/>
      </dsp:nvSpPr>
      <dsp:spPr>
        <a:xfrm>
          <a:off x="0" y="49437"/>
          <a:ext cx="2283356" cy="13700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Programul conține mai multe funcții:</a:t>
          </a:r>
          <a:endParaRPr lang="ro-RO" sz="1900" kern="1200" noProof="1"/>
        </a:p>
      </dsp:txBody>
      <dsp:txXfrm>
        <a:off x="0" y="49437"/>
        <a:ext cx="2283356" cy="1370013"/>
      </dsp:txXfrm>
    </dsp:sp>
    <dsp:sp modelId="{7C954D87-9622-4D29-9D73-6764AA95700C}">
      <dsp:nvSpPr>
        <dsp:cNvPr id="0" name=""/>
        <dsp:cNvSpPr/>
      </dsp:nvSpPr>
      <dsp:spPr>
        <a:xfrm>
          <a:off x="2511691" y="64137"/>
          <a:ext cx="2283356" cy="1370013"/>
        </a:xfrm>
        <a:prstGeom prst="rect">
          <a:avLst/>
        </a:prstGeom>
        <a:solidFill>
          <a:schemeClr val="accent5">
            <a:hueOff val="359784"/>
            <a:satOff val="4780"/>
            <a:lumOff val="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aceeasi_litera() – compară două litere fără diferențiere majusculă/minusculă</a:t>
          </a:r>
          <a:endParaRPr lang="ro-RO" sz="1900" kern="1200" noProof="1"/>
        </a:p>
      </dsp:txBody>
      <dsp:txXfrm>
        <a:off x="2511691" y="64137"/>
        <a:ext cx="2283356" cy="1370013"/>
      </dsp:txXfrm>
    </dsp:sp>
    <dsp:sp modelId="{09357FAB-120F-4548-AC46-CEA4B3A978E8}">
      <dsp:nvSpPr>
        <dsp:cNvPr id="0" name=""/>
        <dsp:cNvSpPr/>
      </dsp:nvSpPr>
      <dsp:spPr>
        <a:xfrm>
          <a:off x="5023383" y="64137"/>
          <a:ext cx="2283356" cy="1370013"/>
        </a:xfrm>
        <a:prstGeom prst="rect">
          <a:avLst/>
        </a:prstGeom>
        <a:solidFill>
          <a:schemeClr val="accent5">
            <a:hueOff val="719569"/>
            <a:satOff val="9559"/>
            <a:lumOff val="23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citeste_jocuri() – citește jocurile din fișierul .txt</a:t>
          </a:r>
          <a:endParaRPr lang="ro-RO" sz="1900" kern="1200" noProof="1"/>
        </a:p>
      </dsp:txBody>
      <dsp:txXfrm>
        <a:off x="5023383" y="64137"/>
        <a:ext cx="2283356" cy="1370013"/>
      </dsp:txXfrm>
    </dsp:sp>
    <dsp:sp modelId="{86A5C49F-BE1D-4D56-AEBA-EE3685FB1FE3}">
      <dsp:nvSpPr>
        <dsp:cNvPr id="0" name=""/>
        <dsp:cNvSpPr/>
      </dsp:nvSpPr>
      <dsp:spPr>
        <a:xfrm>
          <a:off x="0" y="1662486"/>
          <a:ext cx="2283356" cy="1370013"/>
        </a:xfrm>
        <a:prstGeom prst="rect">
          <a:avLst/>
        </a:prstGeom>
        <a:solidFill>
          <a:schemeClr val="accent5">
            <a:hueOff val="1079353"/>
            <a:satOff val="14339"/>
            <a:lumOff val="35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filtreaza_cuvinte() – selectează candidații valizi pentru cuvântul căutat</a:t>
          </a:r>
          <a:endParaRPr lang="ro-RO" sz="1900" kern="1200" noProof="1"/>
        </a:p>
      </dsp:txBody>
      <dsp:txXfrm>
        <a:off x="0" y="1662486"/>
        <a:ext cx="2283356" cy="1370013"/>
      </dsp:txXfrm>
    </dsp:sp>
    <dsp:sp modelId="{65A5D78B-28BE-43CB-875F-2E6F4F0D952F}">
      <dsp:nvSpPr>
        <dsp:cNvPr id="0" name=""/>
        <dsp:cNvSpPr/>
      </dsp:nvSpPr>
      <dsp:spPr>
        <a:xfrm>
          <a:off x="2511691" y="1662486"/>
          <a:ext cx="2283356" cy="1370013"/>
        </a:xfrm>
        <a:prstGeom prst="rect">
          <a:avLst/>
        </a:prstGeom>
        <a:solidFill>
          <a:schemeClr val="accent5">
            <a:hueOff val="1439137"/>
            <a:satOff val="19118"/>
            <a:lumOff val="47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rezolva_joc() – aplică logica de ghicire automată</a:t>
          </a:r>
          <a:endParaRPr lang="ro-RO" sz="1900" kern="1200" noProof="1"/>
        </a:p>
      </dsp:txBody>
      <dsp:txXfrm>
        <a:off x="2511691" y="1662486"/>
        <a:ext cx="2283356" cy="1370013"/>
      </dsp:txXfrm>
    </dsp:sp>
    <dsp:sp modelId="{3B62A4F5-4079-4385-AB80-94015D7BA4FE}">
      <dsp:nvSpPr>
        <dsp:cNvPr id="0" name=""/>
        <dsp:cNvSpPr/>
      </dsp:nvSpPr>
      <dsp:spPr>
        <a:xfrm>
          <a:off x="5023383" y="1662486"/>
          <a:ext cx="2283356" cy="1370013"/>
        </a:xfrm>
        <a:prstGeom prst="rect">
          <a:avLst/>
        </a:prstGeom>
        <a:solidFill>
          <a:schemeClr val="accent5">
            <a:hueOff val="1798922"/>
            <a:satOff val="23898"/>
            <a:lumOff val="58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main() – funcția principală care coordonează execuția</a:t>
          </a:r>
          <a:endParaRPr lang="ro-RO" sz="1900" kern="1200" noProof="1"/>
        </a:p>
      </dsp:txBody>
      <dsp:txXfrm>
        <a:off x="5023383" y="1662486"/>
        <a:ext cx="2283356" cy="13700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511B59-06F8-45FC-8C3A-61754D759B42}">
      <dsp:nvSpPr>
        <dsp:cNvPr id="0" name=""/>
        <dsp:cNvSpPr/>
      </dsp:nvSpPr>
      <dsp:spPr>
        <a:xfrm>
          <a:off x="0" y="4350"/>
          <a:ext cx="4869656" cy="24979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500" b="0" kern="1200" noProof="1"/>
            <a:t>Rol: compară două litere, ignorând diferențele de majuscule și diacritice.</a:t>
          </a:r>
          <a:endParaRPr lang="ro-RO" sz="3500" kern="1200" noProof="1"/>
        </a:p>
      </dsp:txBody>
      <dsp:txXfrm>
        <a:off x="121940" y="126290"/>
        <a:ext cx="4625776" cy="2254070"/>
      </dsp:txXfrm>
    </dsp:sp>
    <dsp:sp modelId="{ED0EB098-3502-4EB5-B064-4F6C5410541D}">
      <dsp:nvSpPr>
        <dsp:cNvPr id="0" name=""/>
        <dsp:cNvSpPr/>
      </dsp:nvSpPr>
      <dsp:spPr>
        <a:xfrm>
          <a:off x="0" y="2603100"/>
          <a:ext cx="4869656" cy="2497950"/>
        </a:xfrm>
        <a:prstGeom prst="roundRect">
          <a:avLst/>
        </a:prstGeom>
        <a:solidFill>
          <a:schemeClr val="accent2">
            <a:hueOff val="1160647"/>
            <a:satOff val="-10343"/>
            <a:lumOff val="-215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500" b="0" kern="1200" noProof="1"/>
            <a:t>Este folosită pentru a verifica dacă o literă ghicită se potrivește cu cea din cuvântul țintă.</a:t>
          </a:r>
          <a:endParaRPr lang="ro-RO" sz="3500" kern="1200" noProof="1"/>
        </a:p>
      </dsp:txBody>
      <dsp:txXfrm>
        <a:off x="121940" y="2725040"/>
        <a:ext cx="4625776" cy="22540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FB1E48-6119-425D-B75C-9EAF196C3433}">
      <dsp:nvSpPr>
        <dsp:cNvPr id="0" name=""/>
        <dsp:cNvSpPr/>
      </dsp:nvSpPr>
      <dsp:spPr>
        <a:xfrm>
          <a:off x="2754039" y="2257"/>
          <a:ext cx="3098294" cy="108601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kern="1200" noProof="1"/>
            <a:t>• Deschide fișierul 'jocuri.txt' și citește fiecare linie.</a:t>
          </a:r>
          <a:endParaRPr lang="ro-RO" sz="2100" kern="1200" noProof="1"/>
        </a:p>
      </dsp:txBody>
      <dsp:txXfrm>
        <a:off x="2807054" y="55272"/>
        <a:ext cx="2992264" cy="979983"/>
      </dsp:txXfrm>
    </dsp:sp>
    <dsp:sp modelId="{36F3A81A-2FBD-4F9A-B12A-A14F7371D276}">
      <dsp:nvSpPr>
        <dsp:cNvPr id="0" name=""/>
        <dsp:cNvSpPr/>
      </dsp:nvSpPr>
      <dsp:spPr>
        <a:xfrm>
          <a:off x="2754039" y="1142571"/>
          <a:ext cx="3098294" cy="1086013"/>
        </a:xfrm>
        <a:prstGeom prst="roundRect">
          <a:avLst/>
        </a:prstGeom>
        <a:solidFill>
          <a:schemeClr val="accent5">
            <a:hueOff val="599641"/>
            <a:satOff val="7966"/>
            <a:lumOff val="19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kern="1200" noProof="1"/>
            <a:t>• Verifică formatul (3 câmpuri separate prin virgule).</a:t>
          </a:r>
          <a:endParaRPr lang="ro-RO" sz="2100" kern="1200" noProof="1"/>
        </a:p>
      </dsp:txBody>
      <dsp:txXfrm>
        <a:off x="2807054" y="1195586"/>
        <a:ext cx="2992264" cy="979983"/>
      </dsp:txXfrm>
    </dsp:sp>
    <dsp:sp modelId="{B3F6A2E6-8B22-4B04-BE13-07484EF2D100}">
      <dsp:nvSpPr>
        <dsp:cNvPr id="0" name=""/>
        <dsp:cNvSpPr/>
      </dsp:nvSpPr>
      <dsp:spPr>
        <a:xfrm>
          <a:off x="2754039" y="2282885"/>
          <a:ext cx="3098294" cy="1086013"/>
        </a:xfrm>
        <a:prstGeom prst="roundRect">
          <a:avLst/>
        </a:prstGeom>
        <a:solidFill>
          <a:schemeClr val="accent5">
            <a:hueOff val="1199281"/>
            <a:satOff val="15932"/>
            <a:lumOff val="39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kern="1200" noProof="1"/>
            <a:t>• Validează lungimea pattern-ului și a cuvântului.</a:t>
          </a:r>
          <a:endParaRPr lang="ro-RO" sz="2100" kern="1200" noProof="1"/>
        </a:p>
      </dsp:txBody>
      <dsp:txXfrm>
        <a:off x="2807054" y="2335900"/>
        <a:ext cx="2992264" cy="979983"/>
      </dsp:txXfrm>
    </dsp:sp>
    <dsp:sp modelId="{663DD508-6976-4D03-B709-2A6E084F25A3}">
      <dsp:nvSpPr>
        <dsp:cNvPr id="0" name=""/>
        <dsp:cNvSpPr/>
      </dsp:nvSpPr>
      <dsp:spPr>
        <a:xfrm>
          <a:off x="2754039" y="3423199"/>
          <a:ext cx="3098294" cy="1086013"/>
        </a:xfrm>
        <a:prstGeom prst="roundRect">
          <a:avLst/>
        </a:prstGeom>
        <a:solidFill>
          <a:schemeClr val="accent5">
            <a:hueOff val="1798922"/>
            <a:satOff val="23898"/>
            <a:lumOff val="58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kern="1200" noProof="1"/>
            <a:t>• Returnează o listă de jocuri valide și o listă cu erorile găsite.</a:t>
          </a:r>
          <a:endParaRPr lang="ro-RO" sz="2100" kern="1200" noProof="1"/>
        </a:p>
      </dsp:txBody>
      <dsp:txXfrm>
        <a:off x="2807054" y="3476214"/>
        <a:ext cx="2992264" cy="9799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615885-75EA-49C6-84B6-D9EBCCA038A3}">
      <dsp:nvSpPr>
        <dsp:cNvPr id="0" name=""/>
        <dsp:cNvSpPr/>
      </dsp:nvSpPr>
      <dsp:spPr>
        <a:xfrm>
          <a:off x="2414433" y="0"/>
          <a:ext cx="4807975" cy="4807975"/>
        </a:xfrm>
        <a:prstGeom prst="diamond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EF8379-794B-4E00-8A5F-40D547BDE5CD}">
      <dsp:nvSpPr>
        <dsp:cNvPr id="0" name=""/>
        <dsp:cNvSpPr/>
      </dsp:nvSpPr>
      <dsp:spPr>
        <a:xfrm>
          <a:off x="2871191" y="456757"/>
          <a:ext cx="1875110" cy="187511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Primește lista de cuvinte posibile și pattern-ul actual.</a:t>
          </a:r>
          <a:endParaRPr lang="ro-RO" sz="1900" kern="1200" noProof="1"/>
        </a:p>
      </dsp:txBody>
      <dsp:txXfrm>
        <a:off x="2962726" y="548292"/>
        <a:ext cx="1692040" cy="1692040"/>
      </dsp:txXfrm>
    </dsp:sp>
    <dsp:sp modelId="{3BAC663F-DB53-4120-9FF5-74FB0AA8E6D5}">
      <dsp:nvSpPr>
        <dsp:cNvPr id="0" name=""/>
        <dsp:cNvSpPr/>
      </dsp:nvSpPr>
      <dsp:spPr>
        <a:xfrm>
          <a:off x="4890540" y="456757"/>
          <a:ext cx="1875110" cy="187511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Elimină cuvintele care conțin litere greșite.</a:t>
          </a:r>
          <a:endParaRPr lang="ro-RO" sz="1900" kern="1200" noProof="1"/>
        </a:p>
      </dsp:txBody>
      <dsp:txXfrm>
        <a:off x="4982075" y="548292"/>
        <a:ext cx="1692040" cy="1692040"/>
      </dsp:txXfrm>
    </dsp:sp>
    <dsp:sp modelId="{209FC96B-0E1C-470A-B060-6FE473A6B6CB}">
      <dsp:nvSpPr>
        <dsp:cNvPr id="0" name=""/>
        <dsp:cNvSpPr/>
      </dsp:nvSpPr>
      <dsp:spPr>
        <a:xfrm>
          <a:off x="2871191" y="2476107"/>
          <a:ext cx="1875110" cy="187511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Reține doar cuvintele care respectă pozițiile deja descoperite.</a:t>
          </a:r>
          <a:endParaRPr lang="ro-RO" sz="1900" kern="1200" noProof="1"/>
        </a:p>
      </dsp:txBody>
      <dsp:txXfrm>
        <a:off x="2962726" y="2567642"/>
        <a:ext cx="1692040" cy="1692040"/>
      </dsp:txXfrm>
    </dsp:sp>
    <dsp:sp modelId="{1D8F81FA-B265-4CF5-B9C5-FA478878F211}">
      <dsp:nvSpPr>
        <dsp:cNvPr id="0" name=""/>
        <dsp:cNvSpPr/>
      </dsp:nvSpPr>
      <dsp:spPr>
        <a:xfrm>
          <a:off x="4890540" y="2476107"/>
          <a:ext cx="1875110" cy="187511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Returnează lista de candidați pentru pasul următor.</a:t>
          </a:r>
          <a:endParaRPr lang="ro-RO" sz="1900" kern="1200" noProof="1"/>
        </a:p>
      </dsp:txBody>
      <dsp:txXfrm>
        <a:off x="4982075" y="2567642"/>
        <a:ext cx="1692040" cy="16920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38920-E15C-463F-9266-00C9432DCA2B}">
      <dsp:nvSpPr>
        <dsp:cNvPr id="0" name=""/>
        <dsp:cNvSpPr/>
      </dsp:nvSpPr>
      <dsp:spPr>
        <a:xfrm>
          <a:off x="0" y="8788"/>
          <a:ext cx="4869656" cy="9435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b="0" kern="1200" noProof="1"/>
            <a:t>Aceasta este partea centrală a algoritmului:</a:t>
          </a:r>
          <a:endParaRPr lang="ro-RO" sz="2300" kern="1200" noProof="1"/>
        </a:p>
      </dsp:txBody>
      <dsp:txXfrm>
        <a:off x="46059" y="54847"/>
        <a:ext cx="4777538" cy="851413"/>
      </dsp:txXfrm>
    </dsp:sp>
    <dsp:sp modelId="{082E3E1C-AA23-48D6-BB50-7FCBBEA8A922}">
      <dsp:nvSpPr>
        <dsp:cNvPr id="0" name=""/>
        <dsp:cNvSpPr/>
      </dsp:nvSpPr>
      <dsp:spPr>
        <a:xfrm>
          <a:off x="0" y="1018560"/>
          <a:ext cx="4869656" cy="943531"/>
        </a:xfrm>
        <a:prstGeom prst="roundRect">
          <a:avLst/>
        </a:prstGeom>
        <a:solidFill>
          <a:schemeClr val="accent2">
            <a:hueOff val="232129"/>
            <a:satOff val="-2069"/>
            <a:lumOff val="-43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b="0" kern="1200" noProof="1"/>
            <a:t>1️⃣ Se generează lista inițială de cuvinte posibile.</a:t>
          </a:r>
          <a:endParaRPr lang="ro-RO" sz="2300" kern="1200" noProof="1"/>
        </a:p>
      </dsp:txBody>
      <dsp:txXfrm>
        <a:off x="46059" y="1064619"/>
        <a:ext cx="4777538" cy="851413"/>
      </dsp:txXfrm>
    </dsp:sp>
    <dsp:sp modelId="{F95BE2C3-56F5-45F3-B6BF-C713E1A889F1}">
      <dsp:nvSpPr>
        <dsp:cNvPr id="0" name=""/>
        <dsp:cNvSpPr/>
      </dsp:nvSpPr>
      <dsp:spPr>
        <a:xfrm>
          <a:off x="0" y="2028332"/>
          <a:ext cx="4869656" cy="943531"/>
        </a:xfrm>
        <a:prstGeom prst="roundRect">
          <a:avLst/>
        </a:prstGeom>
        <a:solidFill>
          <a:schemeClr val="accent2">
            <a:hueOff val="464259"/>
            <a:satOff val="-4137"/>
            <a:lumOff val="-86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b="0" kern="1200" noProof="1"/>
            <a:t>2️⃣ Se calculează frecvența literelor necunoscute.</a:t>
          </a:r>
          <a:endParaRPr lang="ro-RO" sz="2300" kern="1200" noProof="1"/>
        </a:p>
      </dsp:txBody>
      <dsp:txXfrm>
        <a:off x="46059" y="2074391"/>
        <a:ext cx="4777538" cy="851413"/>
      </dsp:txXfrm>
    </dsp:sp>
    <dsp:sp modelId="{99EF1977-F014-43EC-9859-8141E2398F5D}">
      <dsp:nvSpPr>
        <dsp:cNvPr id="0" name=""/>
        <dsp:cNvSpPr/>
      </dsp:nvSpPr>
      <dsp:spPr>
        <a:xfrm>
          <a:off x="0" y="3038104"/>
          <a:ext cx="4869656" cy="943531"/>
        </a:xfrm>
        <a:prstGeom prst="roundRect">
          <a:avLst/>
        </a:prstGeom>
        <a:solidFill>
          <a:schemeClr val="accent2">
            <a:hueOff val="696388"/>
            <a:satOff val="-6206"/>
            <a:lumOff val="-129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b="0" kern="1200" noProof="1"/>
            <a:t>3️⃣ Se alege litera cea mai frecventă.</a:t>
          </a:r>
          <a:endParaRPr lang="ro-RO" sz="2300" kern="1200" noProof="1"/>
        </a:p>
      </dsp:txBody>
      <dsp:txXfrm>
        <a:off x="46059" y="3084163"/>
        <a:ext cx="4777538" cy="851413"/>
      </dsp:txXfrm>
    </dsp:sp>
    <dsp:sp modelId="{48F458BD-24AC-4ABA-AE99-1E089FE5117B}">
      <dsp:nvSpPr>
        <dsp:cNvPr id="0" name=""/>
        <dsp:cNvSpPr/>
      </dsp:nvSpPr>
      <dsp:spPr>
        <a:xfrm>
          <a:off x="0" y="4047875"/>
          <a:ext cx="4869656" cy="943531"/>
        </a:xfrm>
        <a:prstGeom prst="roundRect">
          <a:avLst/>
        </a:prstGeom>
        <a:solidFill>
          <a:schemeClr val="accent2">
            <a:hueOff val="928518"/>
            <a:satOff val="-8274"/>
            <a:lumOff val="-172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b="0" kern="1200" noProof="1"/>
            <a:t>4️⃣ Se actualizează pattern-ul și se repetă procesul.</a:t>
          </a:r>
          <a:endParaRPr lang="ro-RO" sz="2300" kern="1200" noProof="1"/>
        </a:p>
      </dsp:txBody>
      <dsp:txXfrm>
        <a:off x="46059" y="4093934"/>
        <a:ext cx="4777538" cy="851413"/>
      </dsp:txXfrm>
    </dsp:sp>
    <dsp:sp modelId="{0790856B-F23A-4C18-AAE2-B8C010D694D7}">
      <dsp:nvSpPr>
        <dsp:cNvPr id="0" name=""/>
        <dsp:cNvSpPr/>
      </dsp:nvSpPr>
      <dsp:spPr>
        <a:xfrm>
          <a:off x="0" y="5057647"/>
          <a:ext cx="4869656" cy="943531"/>
        </a:xfrm>
        <a:prstGeom prst="roundRect">
          <a:avLst/>
        </a:prstGeom>
        <a:solidFill>
          <a:schemeClr val="accent2">
            <a:hueOff val="1160647"/>
            <a:satOff val="-10343"/>
            <a:lumOff val="-215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b="0" kern="1200" noProof="1"/>
            <a:t>5️⃣ La final se obține cuvântul complet sau se eșuează.</a:t>
          </a:r>
          <a:endParaRPr lang="ro-RO" sz="2300" kern="1200" noProof="1"/>
        </a:p>
      </dsp:txBody>
      <dsp:txXfrm>
        <a:off x="46059" y="5103706"/>
        <a:ext cx="4777538" cy="85141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8C79AD-CA24-4AB2-9DED-2E5CB7B24DB4}">
      <dsp:nvSpPr>
        <dsp:cNvPr id="0" name=""/>
        <dsp:cNvSpPr/>
      </dsp:nvSpPr>
      <dsp:spPr>
        <a:xfrm>
          <a:off x="0" y="0"/>
          <a:ext cx="48696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B5C48-14D6-44EC-940E-1C3C4F0B8BAC}">
      <dsp:nvSpPr>
        <dsp:cNvPr id="0" name=""/>
        <dsp:cNvSpPr/>
      </dsp:nvSpPr>
      <dsp:spPr>
        <a:xfrm>
          <a:off x="0" y="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b="0" kern="1200" noProof="1"/>
            <a:t>• Apelează citirea jocurilor din fișier.</a:t>
          </a:r>
          <a:endParaRPr lang="ro-RO" sz="2800" kern="1200" noProof="1"/>
        </a:p>
      </dsp:txBody>
      <dsp:txXfrm>
        <a:off x="0" y="0"/>
        <a:ext cx="4869656" cy="1276350"/>
      </dsp:txXfrm>
    </dsp:sp>
    <dsp:sp modelId="{D6B3FF45-9DBF-429C-9E90-D5F8205AE6B0}">
      <dsp:nvSpPr>
        <dsp:cNvPr id="0" name=""/>
        <dsp:cNvSpPr/>
      </dsp:nvSpPr>
      <dsp:spPr>
        <a:xfrm>
          <a:off x="0" y="1276350"/>
          <a:ext cx="4869656" cy="0"/>
        </a:xfrm>
        <a:prstGeom prst="line">
          <a:avLst/>
        </a:prstGeom>
        <a:solidFill>
          <a:schemeClr val="accent2">
            <a:hueOff val="386882"/>
            <a:satOff val="-3448"/>
            <a:lumOff val="-719"/>
            <a:alphaOff val="0"/>
          </a:schemeClr>
        </a:solidFill>
        <a:ln w="15875" cap="rnd" cmpd="sng" algn="ctr">
          <a:solidFill>
            <a:schemeClr val="accent2">
              <a:hueOff val="386882"/>
              <a:satOff val="-3448"/>
              <a:lumOff val="-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18F5A8-109F-4F44-9E83-1B969138EE3C}">
      <dsp:nvSpPr>
        <dsp:cNvPr id="0" name=""/>
        <dsp:cNvSpPr/>
      </dsp:nvSpPr>
      <dsp:spPr>
        <a:xfrm>
          <a:off x="0" y="127635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b="0" kern="1200" noProof="1"/>
            <a:t>• Rulează rezolvarea pentru fiecare joc.</a:t>
          </a:r>
          <a:endParaRPr lang="ro-RO" sz="2800" kern="1200" noProof="1"/>
        </a:p>
      </dsp:txBody>
      <dsp:txXfrm>
        <a:off x="0" y="1276350"/>
        <a:ext cx="4869656" cy="1276350"/>
      </dsp:txXfrm>
    </dsp:sp>
    <dsp:sp modelId="{29838B8D-063A-4BEF-B77F-0E19DB4A46C9}">
      <dsp:nvSpPr>
        <dsp:cNvPr id="0" name=""/>
        <dsp:cNvSpPr/>
      </dsp:nvSpPr>
      <dsp:spPr>
        <a:xfrm>
          <a:off x="0" y="2552700"/>
          <a:ext cx="4869656" cy="0"/>
        </a:xfrm>
        <a:prstGeom prst="line">
          <a:avLst/>
        </a:prstGeom>
        <a:solidFill>
          <a:schemeClr val="accent2">
            <a:hueOff val="773765"/>
            <a:satOff val="-6895"/>
            <a:lumOff val="-1438"/>
            <a:alphaOff val="0"/>
          </a:schemeClr>
        </a:solidFill>
        <a:ln w="15875" cap="rnd" cmpd="sng" algn="ctr">
          <a:solidFill>
            <a:schemeClr val="accent2">
              <a:hueOff val="773765"/>
              <a:satOff val="-6895"/>
              <a:lumOff val="-14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8E6CD-836E-4ACA-9A5D-348BBE4B4281}">
      <dsp:nvSpPr>
        <dsp:cNvPr id="0" name=""/>
        <dsp:cNvSpPr/>
      </dsp:nvSpPr>
      <dsp:spPr>
        <a:xfrm>
          <a:off x="0" y="255270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b="0" kern="1200" noProof="1"/>
            <a:t>• Salvează rezultatele într-un fișier 'rezultate.txt'.</a:t>
          </a:r>
          <a:endParaRPr lang="ro-RO" sz="2800" kern="1200" noProof="1"/>
        </a:p>
      </dsp:txBody>
      <dsp:txXfrm>
        <a:off x="0" y="2552700"/>
        <a:ext cx="4869656" cy="1276350"/>
      </dsp:txXfrm>
    </dsp:sp>
    <dsp:sp modelId="{6BC9F701-8384-4060-A8F4-64B8F2ABC8D4}">
      <dsp:nvSpPr>
        <dsp:cNvPr id="0" name=""/>
        <dsp:cNvSpPr/>
      </dsp:nvSpPr>
      <dsp:spPr>
        <a:xfrm>
          <a:off x="0" y="3829050"/>
          <a:ext cx="4869656" cy="0"/>
        </a:xfrm>
        <a:prstGeom prst="line">
          <a:avLst/>
        </a:prstGeom>
        <a:solidFill>
          <a:schemeClr val="accent2">
            <a:hueOff val="1160647"/>
            <a:satOff val="-10343"/>
            <a:lumOff val="-2157"/>
            <a:alphaOff val="0"/>
          </a:schemeClr>
        </a:solidFill>
        <a:ln w="15875" cap="rnd" cmpd="sng" algn="ctr">
          <a:solidFill>
            <a:schemeClr val="accent2">
              <a:hueOff val="1160647"/>
              <a:satOff val="-10343"/>
              <a:lumOff val="-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69F5C7-E3C1-487A-A381-B655A4BB07D7}">
      <dsp:nvSpPr>
        <dsp:cNvPr id="0" name=""/>
        <dsp:cNvSpPr/>
      </dsp:nvSpPr>
      <dsp:spPr>
        <a:xfrm>
          <a:off x="0" y="382905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b="0" kern="1200" noProof="1"/>
            <a:t>• Afișează pe ecran totalul încercărilor și eventualele erori.</a:t>
          </a:r>
          <a:endParaRPr lang="ro-RO" sz="2800" kern="1200" noProof="1"/>
        </a:p>
      </dsp:txBody>
      <dsp:txXfrm>
        <a:off x="0" y="3829050"/>
        <a:ext cx="4869656" cy="12763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69208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13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64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01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57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15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91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3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22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59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1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96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42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97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4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007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261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6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ro-RO" sz="4400" spc="-1" noProof="1">
                <a:solidFill>
                  <a:srgbClr val="000000"/>
                </a:solidFill>
                <a:latin typeface="Calibri"/>
              </a:rPr>
              <a:t>Hangman - Python</a:t>
            </a:r>
            <a:endParaRPr lang="en-US"/>
          </a:p>
        </p:txBody>
      </p:sp>
      <p:sp>
        <p:nvSpPr>
          <p:cNvPr id="83" name="TextShape 2"/>
          <p:cNvSpPr txBox="1"/>
          <p:nvPr/>
        </p:nvSpPr>
        <p:spPr>
          <a:xfrm>
            <a:off x="1371600" y="3837039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spcBef>
                <a:spcPts val="641"/>
              </a:spcBef>
            </a:pPr>
            <a:r>
              <a:rPr lang="ro-RO" sz="3200" b="0" strike="noStrike" spc="-1" noProof="1">
                <a:solidFill>
                  <a:srgbClr val="8B8B8B"/>
                </a:solidFill>
                <a:latin typeface="Calibri"/>
              </a:rPr>
              <a:t>Student: </a:t>
            </a:r>
            <a:r>
              <a:rPr lang="ro-RO" sz="3200" spc="-1" noProof="1">
                <a:solidFill>
                  <a:srgbClr val="8B8B8B"/>
                </a:solidFill>
                <a:latin typeface="Calibri"/>
              </a:rPr>
              <a:t>Dobra Radu-Mihai</a:t>
            </a:r>
            <a:endParaRPr lang="ro-RO" sz="3200" b="0" strike="noStrike" spc="-1" noProof="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lang="ro-RO" sz="3200" b="0" strike="noStrike" spc="-1" noProof="1">
                <a:solidFill>
                  <a:srgbClr val="8B8B8B"/>
                </a:solidFill>
                <a:latin typeface="Calibri"/>
              </a:rPr>
              <a:t>Specializarea: </a:t>
            </a:r>
            <a:r>
              <a:rPr lang="ro-RO" sz="3200" spc="-1" noProof="1">
                <a:solidFill>
                  <a:srgbClr val="8B8B8B"/>
                </a:solidFill>
                <a:latin typeface="Calibri"/>
              </a:rPr>
              <a:t>Informatică</a:t>
            </a:r>
            <a:endParaRPr lang="ro-RO" sz="3200" b="0" strike="noStrike" spc="-1" noProof="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lang="ro-RO" sz="3200" b="0" strike="noStrike" spc="-1" noProof="1">
                <a:solidFill>
                  <a:srgbClr val="8B8B8B"/>
                </a:solidFill>
                <a:latin typeface="Calibri"/>
              </a:rPr>
              <a:t>Anul de studii: 2</a:t>
            </a:r>
            <a:endParaRPr lang="ro-RO" sz="3200" b="0" strike="noStrike" spc="-1" noProof="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-83343" y="1014413"/>
            <a:ext cx="2839615" cy="510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ro-RO" sz="4000" b="0" strike="noStrike" spc="-1" noProof="1">
                <a:ln w="3175" cmpd="sng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Introducere</a:t>
            </a:r>
          </a:p>
        </p:txBody>
      </p:sp>
      <p:graphicFrame>
        <p:nvGraphicFramePr>
          <p:cNvPr id="87" name="TextShape 2">
            <a:extLst>
              <a:ext uri="{FF2B5EF4-FFF2-40B4-BE49-F238E27FC236}">
                <a16:creationId xmlns:a16="http://schemas.microsoft.com/office/drawing/2014/main" id="{7329A9E6-84B3-9409-C976-994B1B23A2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230062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1320529" y="685800"/>
            <a:ext cx="7306739" cy="1752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ro-RO" sz="4000" b="0" strike="noStrike" spc="-1" noProof="1">
                <a:ln w="3175" cmpd="sng">
                  <a:noFill/>
                </a:ln>
                <a:latin typeface="+mj-lt"/>
                <a:ea typeface="+mj-ea"/>
                <a:cs typeface="+mj-cs"/>
              </a:rPr>
              <a:t>Structura generală a programului</a:t>
            </a:r>
          </a:p>
        </p:txBody>
      </p:sp>
      <p:graphicFrame>
        <p:nvGraphicFramePr>
          <p:cNvPr id="120" name="TextShape 2">
            <a:extLst>
              <a:ext uri="{FF2B5EF4-FFF2-40B4-BE49-F238E27FC236}">
                <a16:creationId xmlns:a16="http://schemas.microsoft.com/office/drawing/2014/main" id="{B22C79BB-8F25-AB5B-01B7-44A286EA6F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4237470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401265" y="685800"/>
            <a:ext cx="1979972" cy="510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ro-RO" sz="4000" b="0" strike="noStrike" spc="-1" noProof="1">
                <a:ln w="3175" cmpd="sng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Funcția aceeasi_litera()</a:t>
            </a:r>
          </a:p>
        </p:txBody>
      </p:sp>
      <p:graphicFrame>
        <p:nvGraphicFramePr>
          <p:cNvPr id="91" name="TextShape 2">
            <a:extLst>
              <a:ext uri="{FF2B5EF4-FFF2-40B4-BE49-F238E27FC236}">
                <a16:creationId xmlns:a16="http://schemas.microsoft.com/office/drawing/2014/main" id="{D3D9F658-43BB-2D07-B34F-9E7F9490B6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9467450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1320529" y="685800"/>
            <a:ext cx="7306739" cy="1752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ro-RO" sz="4000" b="0" strike="noStrike" spc="-1" noProof="1">
                <a:ln w="3175" cmpd="sng">
                  <a:noFill/>
                </a:ln>
                <a:latin typeface="+mj-lt"/>
                <a:ea typeface="+mj-ea"/>
                <a:cs typeface="+mj-cs"/>
              </a:rPr>
              <a:t>Funcția citeste_jocuri()</a:t>
            </a:r>
          </a:p>
        </p:txBody>
      </p:sp>
      <p:graphicFrame>
        <p:nvGraphicFramePr>
          <p:cNvPr id="93" name="TextShape 2">
            <a:extLst>
              <a:ext uri="{FF2B5EF4-FFF2-40B4-BE49-F238E27FC236}">
                <a16:creationId xmlns:a16="http://schemas.microsoft.com/office/drawing/2014/main" id="{FB3E4727-4BA0-2C75-8A60-987C2F0CC8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450051"/>
              </p:ext>
            </p:extLst>
          </p:nvPr>
        </p:nvGraphicFramePr>
        <p:xfrm>
          <a:off x="537626" y="2241754"/>
          <a:ext cx="8606374" cy="4511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1113233" y="685800"/>
            <a:ext cx="7514035" cy="1752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ro-RO" sz="4000" b="0" strike="noStrike" spc="-1" noProof="1">
                <a:ln w="3175" cmpd="sng">
                  <a:noFill/>
                </a:ln>
                <a:latin typeface="+mj-lt"/>
                <a:ea typeface="+mj-ea"/>
                <a:cs typeface="+mj-cs"/>
              </a:rPr>
              <a:t>Funcția filtreaza_cuvinte()</a:t>
            </a:r>
          </a:p>
        </p:txBody>
      </p:sp>
      <p:graphicFrame>
        <p:nvGraphicFramePr>
          <p:cNvPr id="95" name="TextShape 2">
            <a:extLst>
              <a:ext uri="{FF2B5EF4-FFF2-40B4-BE49-F238E27FC236}">
                <a16:creationId xmlns:a16="http://schemas.microsoft.com/office/drawing/2014/main" id="{1FFB1FF3-A1CB-0B70-C789-19E4E6862B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8394430"/>
              </p:ext>
            </p:extLst>
          </p:nvPr>
        </p:nvGraphicFramePr>
        <p:xfrm>
          <a:off x="-89719" y="2050025"/>
          <a:ext cx="9636842" cy="4807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401265" y="685800"/>
            <a:ext cx="1979972" cy="510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ro-RO" sz="4000" b="0" strike="noStrike" spc="-1" noProof="1">
                <a:ln w="3175" cmpd="sng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Funcția rezolva_joc()</a:t>
            </a:r>
          </a:p>
        </p:txBody>
      </p:sp>
      <p:graphicFrame>
        <p:nvGraphicFramePr>
          <p:cNvPr id="97" name="TextShape 2">
            <a:extLst>
              <a:ext uri="{FF2B5EF4-FFF2-40B4-BE49-F238E27FC236}">
                <a16:creationId xmlns:a16="http://schemas.microsoft.com/office/drawing/2014/main" id="{0DC00F50-C6A3-4F56-6E11-982EBB9327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1446729"/>
              </p:ext>
            </p:extLst>
          </p:nvPr>
        </p:nvGraphicFramePr>
        <p:xfrm>
          <a:off x="3953763" y="424015"/>
          <a:ext cx="4869656" cy="6009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401265" y="685800"/>
            <a:ext cx="1979972" cy="510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ro-RO" sz="4000" b="0" strike="noStrike" spc="-1" noProof="1">
                <a:ln w="3175" cmpd="sng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Funcția main()</a:t>
            </a:r>
          </a:p>
        </p:txBody>
      </p:sp>
      <p:graphicFrame>
        <p:nvGraphicFramePr>
          <p:cNvPr id="99" name="TextShape 2">
            <a:extLst>
              <a:ext uri="{FF2B5EF4-FFF2-40B4-BE49-F238E27FC236}">
                <a16:creationId xmlns:a16="http://schemas.microsoft.com/office/drawing/2014/main" id="{184215F7-591B-8B04-048D-557F9CC4E0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03921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o-RO" sz="4400" b="0" strike="noStrike" spc="-1" noProof="1">
                <a:solidFill>
                  <a:srgbClr val="000000"/>
                </a:solidFill>
                <a:latin typeface="Calibri"/>
              </a:rPr>
              <a:t>Structura fișierelor</a:t>
            </a:r>
          </a:p>
        </p:txBody>
      </p:sp>
      <p:sp>
        <p:nvSpPr>
          <p:cNvPr id="99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Fișier de intrare: jocuri.txt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Exemplu de conținut: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1,**a*,casa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2,c***,cerc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o-RO" sz="3200" b="0" strike="noStrike" spc="-1" noProof="1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Fișier de ieșire: rezultate.txt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Conține: id, număr încercări, cuvânt final, status și literele încercate.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o-RO" sz="4400" b="0" strike="noStrike" spc="-1" noProof="1">
                <a:solidFill>
                  <a:srgbClr val="000000"/>
                </a:solidFill>
                <a:latin typeface="Calibri"/>
              </a:rPr>
              <a:t>Exemple de execuție</a:t>
            </a:r>
          </a:p>
        </p:txBody>
      </p:sp>
      <p:sp>
        <p:nvSpPr>
          <p:cNvPr id="101" name="TextShape 2"/>
          <p:cNvSpPr txBox="1"/>
          <p:nvPr/>
        </p:nvSpPr>
        <p:spPr>
          <a:xfrm>
            <a:off x="1499420" y="1417320"/>
            <a:ext cx="5294671" cy="62952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noProof="1">
                <a:solidFill>
                  <a:srgbClr val="000000"/>
                </a:solidFill>
                <a:latin typeface="Calibri"/>
              </a:rPr>
              <a:t>După rularea programului: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o-RO" sz="2400" b="0" strike="noStrike" spc="-1" noProof="1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noProof="1">
                <a:solidFill>
                  <a:srgbClr val="000000"/>
                </a:solidFill>
                <a:latin typeface="Calibri"/>
              </a:rPr>
              <a:t>→ Se citesc toate jocurile din fișier.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noProof="1">
                <a:solidFill>
                  <a:srgbClr val="000000"/>
                </a:solidFill>
                <a:latin typeface="Calibri"/>
              </a:rPr>
              <a:t>→ Pentru fiecare, se afișează numărul de încercări.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noProof="1">
                <a:solidFill>
                  <a:srgbClr val="000000"/>
                </a:solidFill>
                <a:latin typeface="Calibri"/>
              </a:rPr>
              <a:t>→ Rezultatele sunt scrise în 'rezultate.txt'.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o-RO" sz="2400" b="0" strike="noStrike" spc="-1" noProof="1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noProof="1">
                <a:solidFill>
                  <a:srgbClr val="000000"/>
                </a:solidFill>
                <a:latin typeface="Calibri"/>
              </a:rPr>
              <a:t>Mesaje afișate: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noProof="1">
                <a:solidFill>
                  <a:srgbClr val="000000"/>
                </a:solidFill>
                <a:latin typeface="Calibri"/>
              </a:rPr>
              <a:t>Rezultatele au fost salvate în 'rezultate.txt'.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noProof="1">
                <a:solidFill>
                  <a:srgbClr val="000000"/>
                </a:solidFill>
                <a:latin typeface="Calibri"/>
              </a:rPr>
              <a:t>Total încercări: 1180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endParaRPr lang="ro-RO" sz="2400" b="0" strike="noStrike" spc="-1" noProof="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o-RO" sz="4400" b="0" strike="noStrike" spc="-1" noProof="1">
                <a:solidFill>
                  <a:srgbClr val="000000"/>
                </a:solidFill>
                <a:latin typeface="Calibri"/>
              </a:rPr>
              <a:t>Avantaje și posibile îmbunătățiri</a:t>
            </a:r>
          </a:p>
        </p:txBody>
      </p:sp>
      <p:sp>
        <p:nvSpPr>
          <p:cNvPr id="103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✔ Cod modular și ușor de citit.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✔ Folosește colecția Counter pentru eficiență.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✔ Detectează erori în fișierele de intrare.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o-RO" sz="3200" b="0" strike="noStrike" spc="-1" noProof="1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Posibile îmbunătățiri: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• Interfață grafică simplă.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• Import automat al cuvintelor din dicționare.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• Strategie mai avansată de ghicire (bazată pe frecvența limbii române).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o-RO" sz="4400" b="0" strike="noStrike" spc="-1" noProof="1">
                <a:solidFill>
                  <a:srgbClr val="000000"/>
                </a:solidFill>
                <a:latin typeface="Calibri"/>
              </a:rPr>
              <a:t>Concluzie</a:t>
            </a:r>
          </a:p>
        </p:txBody>
      </p:sp>
      <p:sp>
        <p:nvSpPr>
          <p:cNvPr id="105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265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Proiectul demonstrează aplicarea practică a structurilor de date, a algoritmilor și a prelucrării fișierelor în Python.</a:t>
            </a:r>
            <a:endParaRPr lang="en-US" dirty="0"/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o-RO" sz="3200" b="0" strike="noStrike" spc="-1" noProof="1">
              <a:solidFill>
                <a:srgbClr val="000000"/>
              </a:solidFill>
              <a:latin typeface="Calibri"/>
            </a:endParaRPr>
          </a:p>
          <a:p>
            <a:pPr marL="342900" indent="-342265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Programul funcționează corect pentru seturile de test oferite și poate fi extins cu funcționalități noi.</a:t>
            </a:r>
            <a:endParaRPr lang="ro-RO" sz="3200" b="0" strike="noStrike" spc="-1" noProof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o-RO" sz="3200" b="0" strike="noStrike" spc="-1" noProof="1">
              <a:solidFill>
                <a:srgbClr val="000000"/>
              </a:solidFill>
              <a:latin typeface="Calibri"/>
            </a:endParaRPr>
          </a:p>
          <a:p>
            <a:pPr marL="342900" indent="-342265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endParaRPr lang="en-US" sz="3200" b="0" strike="noStrike" spc="-1" noProof="1">
              <a:solidFill>
                <a:srgbClr val="000000"/>
              </a:solidFill>
              <a:latin typeface="Calibri"/>
              <a:ea typeface="Calibri"/>
              <a:cs typeface="Calibri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revision>3</cp:revision>
  <dcterms:created xsi:type="dcterms:W3CDTF">2013-01-27T09:14:16Z</dcterms:created>
  <dcterms:modified xsi:type="dcterms:W3CDTF">2026-01-18T19:37:01Z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0</vt:i4>
  </property>
  <property fmtid="{D5CDD505-2E9C-101B-9397-08002B2CF9AE}" pid="12" name="MSIP_Label_5b58b62f-6f94-46bd-8089-18e64b0a9abb_Enabled">
    <vt:lpwstr>true</vt:lpwstr>
  </property>
  <property fmtid="{D5CDD505-2E9C-101B-9397-08002B2CF9AE}" pid="13" name="MSIP_Label_5b58b62f-6f94-46bd-8089-18e64b0a9abb_SetDate">
    <vt:lpwstr>2025-10-21T12:29:33Z</vt:lpwstr>
  </property>
  <property fmtid="{D5CDD505-2E9C-101B-9397-08002B2CF9AE}" pid="14" name="MSIP_Label_5b58b62f-6f94-46bd-8089-18e64b0a9abb_Method">
    <vt:lpwstr>Standard</vt:lpwstr>
  </property>
  <property fmtid="{D5CDD505-2E9C-101B-9397-08002B2CF9AE}" pid="15" name="MSIP_Label_5b58b62f-6f94-46bd-8089-18e64b0a9abb_Name">
    <vt:lpwstr>defa4170-0d19-0005-0004-bc88714345d2</vt:lpwstr>
  </property>
  <property fmtid="{D5CDD505-2E9C-101B-9397-08002B2CF9AE}" pid="16" name="MSIP_Label_5b58b62f-6f94-46bd-8089-18e64b0a9abb_SiteId">
    <vt:lpwstr>a6eb79fa-c4a9-4cce-818d-b85274d15305</vt:lpwstr>
  </property>
  <property fmtid="{D5CDD505-2E9C-101B-9397-08002B2CF9AE}" pid="17" name="MSIP_Label_5b58b62f-6f94-46bd-8089-18e64b0a9abb_ActionId">
    <vt:lpwstr>f22f80cc-9913-4339-aac6-df81f6f4bd88</vt:lpwstr>
  </property>
  <property fmtid="{D5CDD505-2E9C-101B-9397-08002B2CF9AE}" pid="18" name="MSIP_Label_5b58b62f-6f94-46bd-8089-18e64b0a9abb_ContentBits">
    <vt:lpwstr>0</vt:lpwstr>
  </property>
  <property fmtid="{D5CDD505-2E9C-101B-9397-08002B2CF9AE}" pid="19" name="MSIP_Label_5b58b62f-6f94-46bd-8089-18e64b0a9abb_Tag">
    <vt:lpwstr>10, 3, 0, 1</vt:lpwstr>
  </property>
</Properties>
</file>